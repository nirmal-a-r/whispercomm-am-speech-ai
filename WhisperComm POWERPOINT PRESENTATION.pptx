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8" r:id="rId2"/>
    <p:sldId id="279" r:id="rId3"/>
    <p:sldId id="26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92" r:id="rId12"/>
    <p:sldId id="29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63F9BA-1C22-44C8-9920-85E88481EF8A}" v="240" dt="2025-09-29T09:07:57.497"/>
  </p1510:revLst>
</p1510:revInfo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250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44" y="6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rmal A R" userId="32edb04a36275dab" providerId="LiveId" clId="{B488D699-5DA1-4553-B1CC-B920E45010F1}"/>
    <pc:docChg chg="undo custSel addSld delSld modSld sldOrd">
      <pc:chgData name="Nirmal A R" userId="32edb04a36275dab" providerId="LiveId" clId="{B488D699-5DA1-4553-B1CC-B920E45010F1}" dt="2025-09-29T09:11:50.537" v="754" actId="1076"/>
      <pc:docMkLst>
        <pc:docMk/>
      </pc:docMkLst>
      <pc:sldChg chg="addSp delSp modSp mod">
        <pc:chgData name="Nirmal A R" userId="32edb04a36275dab" providerId="LiveId" clId="{B488D699-5DA1-4553-B1CC-B920E45010F1}" dt="2025-09-29T07:50:17.737" v="73" actId="1076"/>
        <pc:sldMkLst>
          <pc:docMk/>
          <pc:sldMk cId="3308991227" sldId="257"/>
        </pc:sldMkLst>
        <pc:spChg chg="mod">
          <ac:chgData name="Nirmal A R" userId="32edb04a36275dab" providerId="LiveId" clId="{B488D699-5DA1-4553-B1CC-B920E45010F1}" dt="2025-09-29T07:50:11.880" v="72" actId="20577"/>
          <ac:spMkLst>
            <pc:docMk/>
            <pc:sldMk cId="3308991227" sldId="257"/>
            <ac:spMk id="2" creationId="{E017C1B6-F197-76BD-B8C6-333A3E3C0399}"/>
          </ac:spMkLst>
        </pc:spChg>
        <pc:spChg chg="add del mod">
          <ac:chgData name="Nirmal A R" userId="32edb04a36275dab" providerId="LiveId" clId="{B488D699-5DA1-4553-B1CC-B920E45010F1}" dt="2025-09-29T07:50:07.001" v="68" actId="478"/>
          <ac:spMkLst>
            <pc:docMk/>
            <pc:sldMk cId="3308991227" sldId="257"/>
            <ac:spMk id="6" creationId="{9FE0D592-F588-8617-A61D-1D053531D0D3}"/>
          </ac:spMkLst>
        </pc:spChg>
        <pc:spChg chg="add del mod">
          <ac:chgData name="Nirmal A R" userId="32edb04a36275dab" providerId="LiveId" clId="{B488D699-5DA1-4553-B1CC-B920E45010F1}" dt="2025-09-29T07:49:26.646" v="64" actId="478"/>
          <ac:spMkLst>
            <pc:docMk/>
            <pc:sldMk cId="3308991227" sldId="257"/>
            <ac:spMk id="10" creationId="{A5446B57-0665-075E-61CF-4018D7D246CC}"/>
          </ac:spMkLst>
        </pc:spChg>
        <pc:spChg chg="add mod">
          <ac:chgData name="Nirmal A R" userId="32edb04a36275dab" providerId="LiveId" clId="{B488D699-5DA1-4553-B1CC-B920E45010F1}" dt="2025-09-29T07:50:17.737" v="73" actId="1076"/>
          <ac:spMkLst>
            <pc:docMk/>
            <pc:sldMk cId="3308991227" sldId="257"/>
            <ac:spMk id="12" creationId="{18036601-80E6-CDCA-7AF6-7B7719D7B314}"/>
          </ac:spMkLst>
        </pc:spChg>
      </pc:sldChg>
      <pc:sldChg chg="modSp mod">
        <pc:chgData name="Nirmal A R" userId="32edb04a36275dab" providerId="LiveId" clId="{B488D699-5DA1-4553-B1CC-B920E45010F1}" dt="2025-09-29T07:51:17.626" v="122" actId="20577"/>
        <pc:sldMkLst>
          <pc:docMk/>
          <pc:sldMk cId="3087145694" sldId="258"/>
        </pc:sldMkLst>
        <pc:spChg chg="mod">
          <ac:chgData name="Nirmal A R" userId="32edb04a36275dab" providerId="LiveId" clId="{B488D699-5DA1-4553-B1CC-B920E45010F1}" dt="2025-09-29T07:51:17.626" v="122" actId="20577"/>
          <ac:spMkLst>
            <pc:docMk/>
            <pc:sldMk cId="3087145694" sldId="258"/>
            <ac:spMk id="3" creationId="{2C440D68-F0D1-E966-289B-8A6A8118FD51}"/>
          </ac:spMkLst>
        </pc:spChg>
        <pc:spChg chg="mod">
          <ac:chgData name="Nirmal A R" userId="32edb04a36275dab" providerId="LiveId" clId="{B488D699-5DA1-4553-B1CC-B920E45010F1}" dt="2025-09-29T07:50:46.328" v="104" actId="20577"/>
          <ac:spMkLst>
            <pc:docMk/>
            <pc:sldMk cId="3087145694" sldId="258"/>
            <ac:spMk id="6" creationId="{CA3020D5-B97F-C364-2BAA-691CB6A01549}"/>
          </ac:spMkLst>
        </pc:spChg>
      </pc:sldChg>
      <pc:sldChg chg="addSp delSp modSp del mod">
        <pc:chgData name="Nirmal A R" userId="32edb04a36275dab" providerId="LiveId" clId="{B488D699-5DA1-4553-B1CC-B920E45010F1}" dt="2025-09-29T08:14:48.437" v="242" actId="47"/>
        <pc:sldMkLst>
          <pc:docMk/>
          <pc:sldMk cId="816214207" sldId="259"/>
        </pc:sldMkLst>
        <pc:spChg chg="mod">
          <ac:chgData name="Nirmal A R" userId="32edb04a36275dab" providerId="LiveId" clId="{B488D699-5DA1-4553-B1CC-B920E45010F1}" dt="2025-09-29T07:55:53.378" v="132" actId="26606"/>
          <ac:spMkLst>
            <pc:docMk/>
            <pc:sldMk cId="816214207" sldId="259"/>
            <ac:spMk id="2" creationId="{0F491008-444B-148A-8368-C8D16B7FF178}"/>
          </ac:spMkLst>
        </pc:spChg>
        <pc:spChg chg="mod">
          <ac:chgData name="Nirmal A R" userId="32edb04a36275dab" providerId="LiveId" clId="{B488D699-5DA1-4553-B1CC-B920E45010F1}" dt="2025-09-29T07:55:53.378" v="132" actId="26606"/>
          <ac:spMkLst>
            <pc:docMk/>
            <pc:sldMk cId="816214207" sldId="259"/>
            <ac:spMk id="3" creationId="{5D11252B-2659-FB91-3013-0D1B5E3C8BA9}"/>
          </ac:spMkLst>
        </pc:spChg>
        <pc:spChg chg="del mod">
          <ac:chgData name="Nirmal A R" userId="32edb04a36275dab" providerId="LiveId" clId="{B488D699-5DA1-4553-B1CC-B920E45010F1}" dt="2025-09-29T07:55:53.378" v="132" actId="26606"/>
          <ac:spMkLst>
            <pc:docMk/>
            <pc:sldMk cId="816214207" sldId="259"/>
            <ac:spMk id="42" creationId="{52793060-1038-2692-2B4D-4FCF90EF81CA}"/>
          </ac:spMkLst>
        </pc:spChg>
        <pc:spChg chg="del">
          <ac:chgData name="Nirmal A R" userId="32edb04a36275dab" providerId="LiveId" clId="{B488D699-5DA1-4553-B1CC-B920E45010F1}" dt="2025-09-29T07:55:53.378" v="132" actId="26606"/>
          <ac:spMkLst>
            <pc:docMk/>
            <pc:sldMk cId="816214207" sldId="259"/>
            <ac:spMk id="43" creationId="{1B15ED52-F352-441B-82BF-E0EA34836D08}"/>
          </ac:spMkLst>
        </pc:spChg>
        <pc:spChg chg="del">
          <ac:chgData name="Nirmal A R" userId="32edb04a36275dab" providerId="LiveId" clId="{B488D699-5DA1-4553-B1CC-B920E45010F1}" dt="2025-09-29T07:55:53.378" v="132" actId="26606"/>
          <ac:spMkLst>
            <pc:docMk/>
            <pc:sldMk cId="816214207" sldId="259"/>
            <ac:spMk id="45" creationId="{3B2E3793-BFE6-45A2-9B7B-E18844431C99}"/>
          </ac:spMkLst>
        </pc:spChg>
        <pc:spChg chg="del">
          <ac:chgData name="Nirmal A R" userId="32edb04a36275dab" providerId="LiveId" clId="{B488D699-5DA1-4553-B1CC-B920E45010F1}" dt="2025-09-29T07:55:53.378" v="132" actId="26606"/>
          <ac:spMkLst>
            <pc:docMk/>
            <pc:sldMk cId="816214207" sldId="259"/>
            <ac:spMk id="51" creationId="{53E5B1A8-3AC9-4BD1-9BBC-78CA94F2D1BA}"/>
          </ac:spMkLst>
        </pc:spChg>
        <pc:spChg chg="add">
          <ac:chgData name="Nirmal A R" userId="32edb04a36275dab" providerId="LiveId" clId="{B488D699-5DA1-4553-B1CC-B920E45010F1}" dt="2025-09-29T07:55:53.378" v="132" actId="26606"/>
          <ac:spMkLst>
            <pc:docMk/>
            <pc:sldMk cId="816214207" sldId="259"/>
            <ac:spMk id="59" creationId="{256B2C21-A230-48C0-8DF1-C46611373C44}"/>
          </ac:spMkLst>
        </pc:spChg>
        <pc:spChg chg="add">
          <ac:chgData name="Nirmal A R" userId="32edb04a36275dab" providerId="LiveId" clId="{B488D699-5DA1-4553-B1CC-B920E45010F1}" dt="2025-09-29T07:55:53.378" v="132" actId="26606"/>
          <ac:spMkLst>
            <pc:docMk/>
            <pc:sldMk cId="816214207" sldId="259"/>
            <ac:spMk id="61" creationId="{3847E18C-932D-4C95-AABA-FEC7C9499AD7}"/>
          </ac:spMkLst>
        </pc:spChg>
        <pc:spChg chg="add">
          <ac:chgData name="Nirmal A R" userId="32edb04a36275dab" providerId="LiveId" clId="{B488D699-5DA1-4553-B1CC-B920E45010F1}" dt="2025-09-29T07:55:53.378" v="132" actId="26606"/>
          <ac:spMkLst>
            <pc:docMk/>
            <pc:sldMk cId="816214207" sldId="259"/>
            <ac:spMk id="63" creationId="{3150CB11-0C61-439E-910F-5787759E72A0}"/>
          </ac:spMkLst>
        </pc:spChg>
        <pc:spChg chg="add">
          <ac:chgData name="Nirmal A R" userId="32edb04a36275dab" providerId="LiveId" clId="{B488D699-5DA1-4553-B1CC-B920E45010F1}" dt="2025-09-29T07:55:53.378" v="132" actId="26606"/>
          <ac:spMkLst>
            <pc:docMk/>
            <pc:sldMk cId="816214207" sldId="259"/>
            <ac:spMk id="65" creationId="{43F8A58B-5155-44CE-A5FF-7647B47D0A7A}"/>
          </ac:spMkLst>
        </pc:spChg>
        <pc:graphicFrameChg chg="mod">
          <ac:chgData name="Nirmal A R" userId="32edb04a36275dab" providerId="LiveId" clId="{B488D699-5DA1-4553-B1CC-B920E45010F1}" dt="2025-09-29T07:56:02.063" v="134" actId="12269"/>
          <ac:graphicFrameMkLst>
            <pc:docMk/>
            <pc:sldMk cId="816214207" sldId="259"/>
            <ac:graphicFrameMk id="53" creationId="{F70CEC75-131B-55A1-7E07-7EF7EF86D32E}"/>
          </ac:graphicFrameMkLst>
        </pc:graphicFrameChg>
      </pc:sldChg>
      <pc:sldChg chg="addSp delSp modSp mod ord">
        <pc:chgData name="Nirmal A R" userId="32edb04a36275dab" providerId="LiveId" clId="{B488D699-5DA1-4553-B1CC-B920E45010F1}" dt="2025-09-29T09:11:50.537" v="754" actId="1076"/>
        <pc:sldMkLst>
          <pc:docMk/>
          <pc:sldMk cId="1660857786" sldId="260"/>
        </pc:sldMkLst>
        <pc:spChg chg="mod">
          <ac:chgData name="Nirmal A R" userId="32edb04a36275dab" providerId="LiveId" clId="{B488D699-5DA1-4553-B1CC-B920E45010F1}" dt="2025-09-29T09:11:50.537" v="754" actId="1076"/>
          <ac:spMkLst>
            <pc:docMk/>
            <pc:sldMk cId="1660857786" sldId="260"/>
            <ac:spMk id="2" creationId="{41D353C0-8DF8-3DF5-728F-147C5038A42F}"/>
          </ac:spMkLst>
        </pc:spChg>
        <pc:spChg chg="mod">
          <ac:chgData name="Nirmal A R" userId="32edb04a36275dab" providerId="LiveId" clId="{B488D699-5DA1-4553-B1CC-B920E45010F1}" dt="2025-09-29T08:52:47.440" v="620" actId="26606"/>
          <ac:spMkLst>
            <pc:docMk/>
            <pc:sldMk cId="1660857786" sldId="260"/>
            <ac:spMk id="3" creationId="{0226F8CA-4FF0-BCAD-4EB3-43DAB1A18142}"/>
          </ac:spMkLst>
        </pc:spChg>
        <pc:spChg chg="del">
          <ac:chgData name="Nirmal A R" userId="32edb04a36275dab" providerId="LiveId" clId="{B488D699-5DA1-4553-B1CC-B920E45010F1}" dt="2025-09-29T08:52:47.440" v="620" actId="26606"/>
          <ac:spMkLst>
            <pc:docMk/>
            <pc:sldMk cId="1660857786" sldId="260"/>
            <ac:spMk id="23" creationId="{955A2079-FA98-4876-80F0-72364A7D2EA4}"/>
          </ac:spMkLst>
        </pc:spChg>
        <pc:spChg chg="add">
          <ac:chgData name="Nirmal A R" userId="32edb04a36275dab" providerId="LiveId" clId="{B488D699-5DA1-4553-B1CC-B920E45010F1}" dt="2025-09-29T08:52:47.440" v="620" actId="26606"/>
          <ac:spMkLst>
            <pc:docMk/>
            <pc:sldMk cId="1660857786" sldId="260"/>
            <ac:spMk id="28" creationId="{DCC231C8-C761-4B31-9B1C-C6D19248C6B3}"/>
          </ac:spMkLst>
        </pc:spChg>
        <pc:graphicFrameChg chg="mod ord modGraphic">
          <ac:chgData name="Nirmal A R" userId="32edb04a36275dab" providerId="LiveId" clId="{B488D699-5DA1-4553-B1CC-B920E45010F1}" dt="2025-09-29T09:11:41.013" v="752" actId="1076"/>
          <ac:graphicFrameMkLst>
            <pc:docMk/>
            <pc:sldMk cId="1660857786" sldId="260"/>
            <ac:graphicFrameMk id="6" creationId="{B8C94B62-149B-0274-F767-606DD1A70A62}"/>
          </ac:graphicFrameMkLst>
        </pc:graphicFrameChg>
      </pc:sldChg>
      <pc:sldChg chg="del">
        <pc:chgData name="Nirmal A R" userId="32edb04a36275dab" providerId="LiveId" clId="{B488D699-5DA1-4553-B1CC-B920E45010F1}" dt="2025-09-29T08:21:59.460" v="289" actId="47"/>
        <pc:sldMkLst>
          <pc:docMk/>
          <pc:sldMk cId="2403630444" sldId="261"/>
        </pc:sldMkLst>
      </pc:sldChg>
      <pc:sldChg chg="del">
        <pc:chgData name="Nirmal A R" userId="32edb04a36275dab" providerId="LiveId" clId="{B488D699-5DA1-4553-B1CC-B920E45010F1}" dt="2025-09-29T08:22:00.807" v="290" actId="47"/>
        <pc:sldMkLst>
          <pc:docMk/>
          <pc:sldMk cId="2909070047" sldId="262"/>
        </pc:sldMkLst>
      </pc:sldChg>
      <pc:sldChg chg="del">
        <pc:chgData name="Nirmal A R" userId="32edb04a36275dab" providerId="LiveId" clId="{B488D699-5DA1-4553-B1CC-B920E45010F1}" dt="2025-09-29T08:22:02.086" v="291" actId="47"/>
        <pc:sldMkLst>
          <pc:docMk/>
          <pc:sldMk cId="1598954700" sldId="263"/>
        </pc:sldMkLst>
      </pc:sldChg>
      <pc:sldChg chg="del">
        <pc:chgData name="Nirmal A R" userId="32edb04a36275dab" providerId="LiveId" clId="{B488D699-5DA1-4553-B1CC-B920E45010F1}" dt="2025-09-29T08:22:03.070" v="292" actId="47"/>
        <pc:sldMkLst>
          <pc:docMk/>
          <pc:sldMk cId="4259469338" sldId="264"/>
        </pc:sldMkLst>
      </pc:sldChg>
      <pc:sldChg chg="del">
        <pc:chgData name="Nirmal A R" userId="32edb04a36275dab" providerId="LiveId" clId="{B488D699-5DA1-4553-B1CC-B920E45010F1}" dt="2025-09-29T08:22:03.897" v="293" actId="47"/>
        <pc:sldMkLst>
          <pc:docMk/>
          <pc:sldMk cId="834284857" sldId="265"/>
        </pc:sldMkLst>
      </pc:sldChg>
      <pc:sldChg chg="del">
        <pc:chgData name="Nirmal A R" userId="32edb04a36275dab" providerId="LiveId" clId="{B488D699-5DA1-4553-B1CC-B920E45010F1}" dt="2025-09-29T08:22:04.747" v="294" actId="47"/>
        <pc:sldMkLst>
          <pc:docMk/>
          <pc:sldMk cId="1384794966" sldId="266"/>
        </pc:sldMkLst>
      </pc:sldChg>
      <pc:sldChg chg="del">
        <pc:chgData name="Nirmal A R" userId="32edb04a36275dab" providerId="LiveId" clId="{B488D699-5DA1-4553-B1CC-B920E45010F1}" dt="2025-09-29T08:22:05.509" v="295" actId="47"/>
        <pc:sldMkLst>
          <pc:docMk/>
          <pc:sldMk cId="1062426683" sldId="267"/>
        </pc:sldMkLst>
      </pc:sldChg>
      <pc:sldChg chg="del">
        <pc:chgData name="Nirmal A R" userId="32edb04a36275dab" providerId="LiveId" clId="{B488D699-5DA1-4553-B1CC-B920E45010F1}" dt="2025-09-29T08:22:06.176" v="296" actId="47"/>
        <pc:sldMkLst>
          <pc:docMk/>
          <pc:sldMk cId="3654002036" sldId="268"/>
        </pc:sldMkLst>
      </pc:sldChg>
      <pc:sldChg chg="del">
        <pc:chgData name="Nirmal A R" userId="32edb04a36275dab" providerId="LiveId" clId="{B488D699-5DA1-4553-B1CC-B920E45010F1}" dt="2025-09-29T08:22:07.868" v="297" actId="47"/>
        <pc:sldMkLst>
          <pc:docMk/>
          <pc:sldMk cId="815572630" sldId="269"/>
        </pc:sldMkLst>
      </pc:sldChg>
      <pc:sldChg chg="del">
        <pc:chgData name="Nirmal A R" userId="32edb04a36275dab" providerId="LiveId" clId="{B488D699-5DA1-4553-B1CC-B920E45010F1}" dt="2025-09-29T08:22:08.380" v="298" actId="47"/>
        <pc:sldMkLst>
          <pc:docMk/>
          <pc:sldMk cId="1108254961" sldId="270"/>
        </pc:sldMkLst>
      </pc:sldChg>
      <pc:sldChg chg="del">
        <pc:chgData name="Nirmal A R" userId="32edb04a36275dab" providerId="LiveId" clId="{B488D699-5DA1-4553-B1CC-B920E45010F1}" dt="2025-09-29T07:56:50.583" v="135" actId="47"/>
        <pc:sldMkLst>
          <pc:docMk/>
          <pc:sldMk cId="3807609666" sldId="271"/>
        </pc:sldMkLst>
      </pc:sldChg>
      <pc:sldChg chg="del">
        <pc:chgData name="Nirmal A R" userId="32edb04a36275dab" providerId="LiveId" clId="{B488D699-5DA1-4553-B1CC-B920E45010F1}" dt="2025-09-29T07:56:51.662" v="136" actId="47"/>
        <pc:sldMkLst>
          <pc:docMk/>
          <pc:sldMk cId="2102636537" sldId="272"/>
        </pc:sldMkLst>
      </pc:sldChg>
      <pc:sldChg chg="del">
        <pc:chgData name="Nirmal A R" userId="32edb04a36275dab" providerId="LiveId" clId="{B488D699-5DA1-4553-B1CC-B920E45010F1}" dt="2025-09-29T08:04:49.252" v="214" actId="47"/>
        <pc:sldMkLst>
          <pc:docMk/>
          <pc:sldMk cId="1596867065" sldId="273"/>
        </pc:sldMkLst>
      </pc:sldChg>
      <pc:sldChg chg="addSp delSp modSp new del mod">
        <pc:chgData name="Nirmal A R" userId="32edb04a36275dab" providerId="LiveId" clId="{B488D699-5DA1-4553-B1CC-B920E45010F1}" dt="2025-09-29T08:13:22.094" v="220" actId="47"/>
        <pc:sldMkLst>
          <pc:docMk/>
          <pc:sldMk cId="820421270" sldId="274"/>
        </pc:sldMkLst>
        <pc:spChg chg="mod">
          <ac:chgData name="Nirmal A R" userId="32edb04a36275dab" providerId="LiveId" clId="{B488D699-5DA1-4553-B1CC-B920E45010F1}" dt="2025-09-29T07:57:16.390" v="156"/>
          <ac:spMkLst>
            <pc:docMk/>
            <pc:sldMk cId="820421270" sldId="274"/>
            <ac:spMk id="2" creationId="{E6EE69C0-3A04-EC1D-4D83-1B4204B0A9CF}"/>
          </ac:spMkLst>
        </pc:spChg>
        <pc:spChg chg="del mod">
          <ac:chgData name="Nirmal A R" userId="32edb04a36275dab" providerId="LiveId" clId="{B488D699-5DA1-4553-B1CC-B920E45010F1}" dt="2025-09-29T07:57:43.988" v="157" actId="26606"/>
          <ac:spMkLst>
            <pc:docMk/>
            <pc:sldMk cId="820421270" sldId="274"/>
            <ac:spMk id="3" creationId="{1ACA70F8-41E1-E05F-8AD0-0B13B3C75A54}"/>
          </ac:spMkLst>
        </pc:spChg>
        <pc:graphicFrameChg chg="add mod">
          <ac:chgData name="Nirmal A R" userId="32edb04a36275dab" providerId="LiveId" clId="{B488D699-5DA1-4553-B1CC-B920E45010F1}" dt="2025-09-29T07:57:50.657" v="158" actId="12100"/>
          <ac:graphicFrameMkLst>
            <pc:docMk/>
            <pc:sldMk cId="820421270" sldId="274"/>
            <ac:graphicFrameMk id="6" creationId="{8FF5CBDB-051A-6FEE-DD87-AB7A3A6758FF}"/>
          </ac:graphicFrameMkLst>
        </pc:graphicFrameChg>
      </pc:sldChg>
      <pc:sldChg chg="addSp delSp modSp new del mod">
        <pc:chgData name="Nirmal A R" userId="32edb04a36275dab" providerId="LiveId" clId="{B488D699-5DA1-4553-B1CC-B920E45010F1}" dt="2025-09-29T08:21:48.865" v="284" actId="47"/>
        <pc:sldMkLst>
          <pc:docMk/>
          <pc:sldMk cId="2142336852" sldId="275"/>
        </pc:sldMkLst>
        <pc:spChg chg="mod">
          <ac:chgData name="Nirmal A R" userId="32edb04a36275dab" providerId="LiveId" clId="{B488D699-5DA1-4553-B1CC-B920E45010F1}" dt="2025-09-29T07:58:54.022" v="163"/>
          <ac:spMkLst>
            <pc:docMk/>
            <pc:sldMk cId="2142336852" sldId="275"/>
            <ac:spMk id="2" creationId="{351449F0-A269-19A6-C553-C50BF4C76036}"/>
          </ac:spMkLst>
        </pc:spChg>
        <pc:spChg chg="del">
          <ac:chgData name="Nirmal A R" userId="32edb04a36275dab" providerId="LiveId" clId="{B488D699-5DA1-4553-B1CC-B920E45010F1}" dt="2025-09-29T07:58:36.375" v="160"/>
          <ac:spMkLst>
            <pc:docMk/>
            <pc:sldMk cId="2142336852" sldId="275"/>
            <ac:spMk id="3" creationId="{89568DD6-2371-BEA4-C0E7-47666C5947FF}"/>
          </ac:spMkLst>
        </pc:spChg>
        <pc:spChg chg="add del mod">
          <ac:chgData name="Nirmal A R" userId="32edb04a36275dab" providerId="LiveId" clId="{B488D699-5DA1-4553-B1CC-B920E45010F1}" dt="2025-09-29T07:59:08.960" v="164" actId="26606"/>
          <ac:spMkLst>
            <pc:docMk/>
            <pc:sldMk cId="2142336852" sldId="275"/>
            <ac:spMk id="5" creationId="{01C52844-F88F-0B6F-1BE4-7BFBA1335AEF}"/>
          </ac:spMkLst>
        </pc:spChg>
        <pc:graphicFrameChg chg="add mod modGraphic">
          <ac:chgData name="Nirmal A R" userId="32edb04a36275dab" providerId="LiveId" clId="{B488D699-5DA1-4553-B1CC-B920E45010F1}" dt="2025-09-29T08:00:30.230" v="172" actId="1076"/>
          <ac:graphicFrameMkLst>
            <pc:docMk/>
            <pc:sldMk cId="2142336852" sldId="275"/>
            <ac:graphicFrameMk id="7" creationId="{E47082EF-9458-8222-A89A-87DEC903B338}"/>
          </ac:graphicFrameMkLst>
        </pc:graphicFrameChg>
      </pc:sldChg>
      <pc:sldChg chg="addSp delSp modSp new del mod setBg">
        <pc:chgData name="Nirmal A R" userId="32edb04a36275dab" providerId="LiveId" clId="{B488D699-5DA1-4553-B1CC-B920E45010F1}" dt="2025-09-29T08:21:50.195" v="285" actId="47"/>
        <pc:sldMkLst>
          <pc:docMk/>
          <pc:sldMk cId="1131388592" sldId="276"/>
        </pc:sldMkLst>
        <pc:spChg chg="mod">
          <ac:chgData name="Nirmal A R" userId="32edb04a36275dab" providerId="LiveId" clId="{B488D699-5DA1-4553-B1CC-B920E45010F1}" dt="2025-09-29T08:03:53.718" v="213" actId="26606"/>
          <ac:spMkLst>
            <pc:docMk/>
            <pc:sldMk cId="1131388592" sldId="276"/>
            <ac:spMk id="2" creationId="{9A747146-0BA2-F02C-22C6-293E76DC22C8}"/>
          </ac:spMkLst>
        </pc:spChg>
        <pc:spChg chg="mod">
          <ac:chgData name="Nirmal A R" userId="32edb04a36275dab" providerId="LiveId" clId="{B488D699-5DA1-4553-B1CC-B920E45010F1}" dt="2025-09-29T08:03:32.881" v="212" actId="26606"/>
          <ac:spMkLst>
            <pc:docMk/>
            <pc:sldMk cId="1131388592" sldId="276"/>
            <ac:spMk id="3" creationId="{F1BBB9E0-562B-A23A-5960-9E7C16BB3DF6}"/>
          </ac:spMkLst>
        </pc:spChg>
        <pc:spChg chg="mod">
          <ac:chgData name="Nirmal A R" userId="32edb04a36275dab" providerId="LiveId" clId="{B488D699-5DA1-4553-B1CC-B920E45010F1}" dt="2025-09-29T08:03:32.881" v="212" actId="26606"/>
          <ac:spMkLst>
            <pc:docMk/>
            <pc:sldMk cId="1131388592" sldId="276"/>
            <ac:spMk id="4" creationId="{E512D757-60FC-95B5-2035-9EDD16038952}"/>
          </ac:spMkLst>
        </pc:spChg>
        <pc:spChg chg="add del">
          <ac:chgData name="Nirmal A R" userId="32edb04a36275dab" providerId="LiveId" clId="{B488D699-5DA1-4553-B1CC-B920E45010F1}" dt="2025-09-29T08:03:53.718" v="213" actId="26606"/>
          <ac:spMkLst>
            <pc:docMk/>
            <pc:sldMk cId="1131388592" sldId="276"/>
            <ac:spMk id="9" creationId="{DEE2AD96-B495-4E06-9291-B71706F728CB}"/>
          </ac:spMkLst>
        </pc:spChg>
        <pc:spChg chg="add del">
          <ac:chgData name="Nirmal A R" userId="32edb04a36275dab" providerId="LiveId" clId="{B488D699-5DA1-4553-B1CC-B920E45010F1}" dt="2025-09-29T08:03:53.718" v="213" actId="26606"/>
          <ac:spMkLst>
            <pc:docMk/>
            <pc:sldMk cId="1131388592" sldId="276"/>
            <ac:spMk id="11" creationId="{53CF6D67-C5A8-4ADD-9E8E-1E38CA1D3166}"/>
          </ac:spMkLst>
        </pc:spChg>
        <pc:spChg chg="add">
          <ac:chgData name="Nirmal A R" userId="32edb04a36275dab" providerId="LiveId" clId="{B488D699-5DA1-4553-B1CC-B920E45010F1}" dt="2025-09-29T08:03:32.881" v="212" actId="26606"/>
          <ac:spMkLst>
            <pc:docMk/>
            <pc:sldMk cId="1131388592" sldId="276"/>
            <ac:spMk id="13" creationId="{86909FA0-B515-4681-B7A8-FA281D133B94}"/>
          </ac:spMkLst>
        </pc:spChg>
        <pc:spChg chg="add">
          <ac:chgData name="Nirmal A R" userId="32edb04a36275dab" providerId="LiveId" clId="{B488D699-5DA1-4553-B1CC-B920E45010F1}" dt="2025-09-29T08:03:32.881" v="212" actId="26606"/>
          <ac:spMkLst>
            <pc:docMk/>
            <pc:sldMk cId="1131388592" sldId="276"/>
            <ac:spMk id="15" creationId="{21C9FE86-FCC3-4A31-AA1C-C882262B7FE7}"/>
          </ac:spMkLst>
        </pc:spChg>
        <pc:spChg chg="add">
          <ac:chgData name="Nirmal A R" userId="32edb04a36275dab" providerId="LiveId" clId="{B488D699-5DA1-4553-B1CC-B920E45010F1}" dt="2025-09-29T08:03:32.881" v="212" actId="26606"/>
          <ac:spMkLst>
            <pc:docMk/>
            <pc:sldMk cId="1131388592" sldId="276"/>
            <ac:spMk id="17" creationId="{7D96243B-ECED-4B71-8E06-AE9A285EAD20}"/>
          </ac:spMkLst>
        </pc:spChg>
        <pc:spChg chg="add del">
          <ac:chgData name="Nirmal A R" userId="32edb04a36275dab" providerId="LiveId" clId="{B488D699-5DA1-4553-B1CC-B920E45010F1}" dt="2025-09-29T08:03:53.718" v="213" actId="26606"/>
          <ac:spMkLst>
            <pc:docMk/>
            <pc:sldMk cId="1131388592" sldId="276"/>
            <ac:spMk id="19" creationId="{A09989E4-EFDC-4A90-A633-E0525FB4139E}"/>
          </ac:spMkLst>
        </pc:spChg>
        <pc:spChg chg="add">
          <ac:chgData name="Nirmal A R" userId="32edb04a36275dab" providerId="LiveId" clId="{B488D699-5DA1-4553-B1CC-B920E45010F1}" dt="2025-09-29T08:03:53.718" v="213" actId="26606"/>
          <ac:spMkLst>
            <pc:docMk/>
            <pc:sldMk cId="1131388592" sldId="276"/>
            <ac:spMk id="24" creationId="{09588DA8-065E-4F6F-8EFD-43104AB2E0CF}"/>
          </ac:spMkLst>
        </pc:spChg>
        <pc:spChg chg="add">
          <ac:chgData name="Nirmal A R" userId="32edb04a36275dab" providerId="LiveId" clId="{B488D699-5DA1-4553-B1CC-B920E45010F1}" dt="2025-09-29T08:03:53.718" v="213" actId="26606"/>
          <ac:spMkLst>
            <pc:docMk/>
            <pc:sldMk cId="1131388592" sldId="276"/>
            <ac:spMk id="26" creationId="{C4285719-470E-454C-AF62-8323075F1F5B}"/>
          </ac:spMkLst>
        </pc:spChg>
        <pc:spChg chg="add">
          <ac:chgData name="Nirmal A R" userId="32edb04a36275dab" providerId="LiveId" clId="{B488D699-5DA1-4553-B1CC-B920E45010F1}" dt="2025-09-29T08:03:53.718" v="213" actId="26606"/>
          <ac:spMkLst>
            <pc:docMk/>
            <pc:sldMk cId="1131388592" sldId="276"/>
            <ac:spMk id="28" creationId="{CD9FE4EF-C4D8-49A0-B2FF-81D8DB7D8A24}"/>
          </ac:spMkLst>
        </pc:spChg>
        <pc:spChg chg="add">
          <ac:chgData name="Nirmal A R" userId="32edb04a36275dab" providerId="LiveId" clId="{B488D699-5DA1-4553-B1CC-B920E45010F1}" dt="2025-09-29T08:03:53.718" v="213" actId="26606"/>
          <ac:spMkLst>
            <pc:docMk/>
            <pc:sldMk cId="1131388592" sldId="276"/>
            <ac:spMk id="30" creationId="{4300840D-0A0B-4512-BACA-B439D5B9C57C}"/>
          </ac:spMkLst>
        </pc:spChg>
        <pc:spChg chg="add">
          <ac:chgData name="Nirmal A R" userId="32edb04a36275dab" providerId="LiveId" clId="{B488D699-5DA1-4553-B1CC-B920E45010F1}" dt="2025-09-29T08:03:53.718" v="213" actId="26606"/>
          <ac:spMkLst>
            <pc:docMk/>
            <pc:sldMk cId="1131388592" sldId="276"/>
            <ac:spMk id="32" creationId="{D2B78728-A580-49A7-84F9-6EF6F583ADE0}"/>
          </ac:spMkLst>
        </pc:spChg>
        <pc:spChg chg="add">
          <ac:chgData name="Nirmal A R" userId="32edb04a36275dab" providerId="LiveId" clId="{B488D699-5DA1-4553-B1CC-B920E45010F1}" dt="2025-09-29T08:03:53.718" v="213" actId="26606"/>
          <ac:spMkLst>
            <pc:docMk/>
            <pc:sldMk cId="1131388592" sldId="276"/>
            <ac:spMk id="34" creationId="{38FAA1A1-D861-433F-88FA-1E9D6FD31D11}"/>
          </ac:spMkLst>
        </pc:spChg>
      </pc:sldChg>
      <pc:sldChg chg="modSp new del mod">
        <pc:chgData name="Nirmal A R" userId="32edb04a36275dab" providerId="LiveId" clId="{B488D699-5DA1-4553-B1CC-B920E45010F1}" dt="2025-09-29T08:21:51.414" v="286" actId="47"/>
        <pc:sldMkLst>
          <pc:docMk/>
          <pc:sldMk cId="2463212520" sldId="277"/>
        </pc:sldMkLst>
        <pc:spChg chg="mod">
          <ac:chgData name="Nirmal A R" userId="32edb04a36275dab" providerId="LiveId" clId="{B488D699-5DA1-4553-B1CC-B920E45010F1}" dt="2025-09-29T08:05:28.421" v="218"/>
          <ac:spMkLst>
            <pc:docMk/>
            <pc:sldMk cId="2463212520" sldId="277"/>
            <ac:spMk id="2" creationId="{0E3C8001-D4B7-AD54-7CC4-E60E2E9693A7}"/>
          </ac:spMkLst>
        </pc:spChg>
        <pc:spChg chg="mod">
          <ac:chgData name="Nirmal A R" userId="32edb04a36275dab" providerId="LiveId" clId="{B488D699-5DA1-4553-B1CC-B920E45010F1}" dt="2025-09-29T08:05:31.520" v="219" actId="5793"/>
          <ac:spMkLst>
            <pc:docMk/>
            <pc:sldMk cId="2463212520" sldId="277"/>
            <ac:spMk id="3" creationId="{F044FCC1-46EA-4464-1635-69B5A925F0A0}"/>
          </ac:spMkLst>
        </pc:spChg>
      </pc:sldChg>
      <pc:sldChg chg="addSp modSp new del mod setBg">
        <pc:chgData name="Nirmal A R" userId="32edb04a36275dab" providerId="LiveId" clId="{B488D699-5DA1-4553-B1CC-B920E45010F1}" dt="2025-09-29T08:30:48.595" v="420" actId="47"/>
        <pc:sldMkLst>
          <pc:docMk/>
          <pc:sldMk cId="641693275" sldId="278"/>
        </pc:sldMkLst>
        <pc:spChg chg="mod">
          <ac:chgData name="Nirmal A R" userId="32edb04a36275dab" providerId="LiveId" clId="{B488D699-5DA1-4553-B1CC-B920E45010F1}" dt="2025-09-29T08:14:24.738" v="238" actId="403"/>
          <ac:spMkLst>
            <pc:docMk/>
            <pc:sldMk cId="641693275" sldId="278"/>
            <ac:spMk id="2" creationId="{BFB6983A-DC2D-05FF-D009-17BA811202EB}"/>
          </ac:spMkLst>
        </pc:spChg>
        <pc:spChg chg="mod">
          <ac:chgData name="Nirmal A R" userId="32edb04a36275dab" providerId="LiveId" clId="{B488D699-5DA1-4553-B1CC-B920E45010F1}" dt="2025-09-29T08:14:35.895" v="241" actId="1076"/>
          <ac:spMkLst>
            <pc:docMk/>
            <pc:sldMk cId="641693275" sldId="278"/>
            <ac:spMk id="3" creationId="{05D3D0F2-3239-319A-CDE2-200F20BEAF38}"/>
          </ac:spMkLst>
        </pc:spChg>
        <pc:spChg chg="mod">
          <ac:chgData name="Nirmal A R" userId="32edb04a36275dab" providerId="LiveId" clId="{B488D699-5DA1-4553-B1CC-B920E45010F1}" dt="2025-09-29T08:14:08.326" v="231" actId="26606"/>
          <ac:spMkLst>
            <pc:docMk/>
            <pc:sldMk cId="641693275" sldId="278"/>
            <ac:spMk id="4" creationId="{594B2909-362E-EB9B-F6F2-09C94C9E2A33}"/>
          </ac:spMkLst>
        </pc:spChg>
        <pc:spChg chg="add">
          <ac:chgData name="Nirmal A R" userId="32edb04a36275dab" providerId="LiveId" clId="{B488D699-5DA1-4553-B1CC-B920E45010F1}" dt="2025-09-29T08:14:08.326" v="231" actId="26606"/>
          <ac:spMkLst>
            <pc:docMk/>
            <pc:sldMk cId="641693275" sldId="278"/>
            <ac:spMk id="9" creationId="{1B15ED52-F352-441B-82BF-E0EA34836D08}"/>
          </ac:spMkLst>
        </pc:spChg>
        <pc:spChg chg="add">
          <ac:chgData name="Nirmal A R" userId="32edb04a36275dab" providerId="LiveId" clId="{B488D699-5DA1-4553-B1CC-B920E45010F1}" dt="2025-09-29T08:14:08.326" v="231" actId="26606"/>
          <ac:spMkLst>
            <pc:docMk/>
            <pc:sldMk cId="641693275" sldId="278"/>
            <ac:spMk id="11" creationId="{3B2E3793-BFE6-45A2-9B7B-E18844431C99}"/>
          </ac:spMkLst>
        </pc:spChg>
        <pc:spChg chg="add">
          <ac:chgData name="Nirmal A R" userId="32edb04a36275dab" providerId="LiveId" clId="{B488D699-5DA1-4553-B1CC-B920E45010F1}" dt="2025-09-29T08:14:08.326" v="231" actId="26606"/>
          <ac:spMkLst>
            <pc:docMk/>
            <pc:sldMk cId="641693275" sldId="278"/>
            <ac:spMk id="13" creationId="{BC4C4868-CB8F-4AF9-9CDB-8108F2C19B67}"/>
          </ac:spMkLst>
        </pc:spChg>
        <pc:spChg chg="add">
          <ac:chgData name="Nirmal A R" userId="32edb04a36275dab" providerId="LiveId" clId="{B488D699-5DA1-4553-B1CC-B920E45010F1}" dt="2025-09-29T08:14:08.326" v="231" actId="26606"/>
          <ac:spMkLst>
            <pc:docMk/>
            <pc:sldMk cId="641693275" sldId="278"/>
            <ac:spMk id="15" creationId="{375E0459-6403-40CD-989D-56A4407CA12E}"/>
          </ac:spMkLst>
        </pc:spChg>
        <pc:spChg chg="add">
          <ac:chgData name="Nirmal A R" userId="32edb04a36275dab" providerId="LiveId" clId="{B488D699-5DA1-4553-B1CC-B920E45010F1}" dt="2025-09-29T08:14:08.326" v="231" actId="26606"/>
          <ac:spMkLst>
            <pc:docMk/>
            <pc:sldMk cId="641693275" sldId="278"/>
            <ac:spMk id="17" creationId="{53E5B1A8-3AC9-4BD1-9BBC-78CA94F2D1BA}"/>
          </ac:spMkLst>
        </pc:spChg>
      </pc:sldChg>
      <pc:sldChg chg="addSp delSp modSp new mod ord setBg">
        <pc:chgData name="Nirmal A R" userId="32edb04a36275dab" providerId="LiveId" clId="{B488D699-5DA1-4553-B1CC-B920E45010F1}" dt="2025-09-29T08:54:13.560" v="637"/>
        <pc:sldMkLst>
          <pc:docMk/>
          <pc:sldMk cId="644944421" sldId="279"/>
        </pc:sldMkLst>
        <pc:spChg chg="mod">
          <ac:chgData name="Nirmal A R" userId="32edb04a36275dab" providerId="LiveId" clId="{B488D699-5DA1-4553-B1CC-B920E45010F1}" dt="2025-09-29T08:16:14.825" v="256" actId="26606"/>
          <ac:spMkLst>
            <pc:docMk/>
            <pc:sldMk cId="644944421" sldId="279"/>
            <ac:spMk id="2" creationId="{E2FA67A7-0C82-1B07-4A1B-AE3A2459CCDE}"/>
          </ac:spMkLst>
        </pc:spChg>
        <pc:spChg chg="del mod">
          <ac:chgData name="Nirmal A R" userId="32edb04a36275dab" providerId="LiveId" clId="{B488D699-5DA1-4553-B1CC-B920E45010F1}" dt="2025-09-29T08:16:14.825" v="256" actId="26606"/>
          <ac:spMkLst>
            <pc:docMk/>
            <pc:sldMk cId="644944421" sldId="279"/>
            <ac:spMk id="3" creationId="{B547A9FA-F5EA-BC6B-45E3-66350ECEA6B7}"/>
          </ac:spMkLst>
        </pc:spChg>
        <pc:spChg chg="mod">
          <ac:chgData name="Nirmal A R" userId="32edb04a36275dab" providerId="LiveId" clId="{B488D699-5DA1-4553-B1CC-B920E45010F1}" dt="2025-09-29T08:16:14.825" v="256" actId="26606"/>
          <ac:spMkLst>
            <pc:docMk/>
            <pc:sldMk cId="644944421" sldId="279"/>
            <ac:spMk id="4" creationId="{C8539904-769F-1F98-C3CD-3AE7D19C0898}"/>
          </ac:spMkLst>
        </pc:spChg>
        <pc:spChg chg="add">
          <ac:chgData name="Nirmal A R" userId="32edb04a36275dab" providerId="LiveId" clId="{B488D699-5DA1-4553-B1CC-B920E45010F1}" dt="2025-09-29T08:16:14.825" v="256" actId="26606"/>
          <ac:spMkLst>
            <pc:docMk/>
            <pc:sldMk cId="644944421" sldId="279"/>
            <ac:spMk id="10" creationId="{BACC6370-2D7E-4714-9D71-7542949D7D5D}"/>
          </ac:spMkLst>
        </pc:spChg>
        <pc:spChg chg="add">
          <ac:chgData name="Nirmal A R" userId="32edb04a36275dab" providerId="LiveId" clId="{B488D699-5DA1-4553-B1CC-B920E45010F1}" dt="2025-09-29T08:16:14.825" v="256" actId="26606"/>
          <ac:spMkLst>
            <pc:docMk/>
            <pc:sldMk cId="644944421" sldId="279"/>
            <ac:spMk id="12" creationId="{256B2C21-A230-48C0-8DF1-C46611373C44}"/>
          </ac:spMkLst>
        </pc:spChg>
        <pc:spChg chg="add">
          <ac:chgData name="Nirmal A R" userId="32edb04a36275dab" providerId="LiveId" clId="{B488D699-5DA1-4553-B1CC-B920E45010F1}" dt="2025-09-29T08:16:14.825" v="256" actId="26606"/>
          <ac:spMkLst>
            <pc:docMk/>
            <pc:sldMk cId="644944421" sldId="279"/>
            <ac:spMk id="14" creationId="{3847E18C-932D-4C95-AABA-FEC7C9499AD7}"/>
          </ac:spMkLst>
        </pc:spChg>
        <pc:spChg chg="add">
          <ac:chgData name="Nirmal A R" userId="32edb04a36275dab" providerId="LiveId" clId="{B488D699-5DA1-4553-B1CC-B920E45010F1}" dt="2025-09-29T08:16:14.825" v="256" actId="26606"/>
          <ac:spMkLst>
            <pc:docMk/>
            <pc:sldMk cId="644944421" sldId="279"/>
            <ac:spMk id="16" creationId="{3150CB11-0C61-439E-910F-5787759E72A0}"/>
          </ac:spMkLst>
        </pc:spChg>
        <pc:spChg chg="add">
          <ac:chgData name="Nirmal A R" userId="32edb04a36275dab" providerId="LiveId" clId="{B488D699-5DA1-4553-B1CC-B920E45010F1}" dt="2025-09-29T08:16:14.825" v="256" actId="26606"/>
          <ac:spMkLst>
            <pc:docMk/>
            <pc:sldMk cId="644944421" sldId="279"/>
            <ac:spMk id="18" creationId="{43F8A58B-5155-44CE-A5FF-7647B47D0A7A}"/>
          </ac:spMkLst>
        </pc:spChg>
        <pc:spChg chg="add">
          <ac:chgData name="Nirmal A R" userId="32edb04a36275dab" providerId="LiveId" clId="{B488D699-5DA1-4553-B1CC-B920E45010F1}" dt="2025-09-29T08:16:14.825" v="256" actId="26606"/>
          <ac:spMkLst>
            <pc:docMk/>
            <pc:sldMk cId="644944421" sldId="279"/>
            <ac:spMk id="20" creationId="{443F2ACA-E6D6-4028-82DD-F03C262D5DE6}"/>
          </ac:spMkLst>
        </pc:spChg>
        <pc:graphicFrameChg chg="add mod modGraphic">
          <ac:chgData name="Nirmal A R" userId="32edb04a36275dab" providerId="LiveId" clId="{B488D699-5DA1-4553-B1CC-B920E45010F1}" dt="2025-09-29T08:54:13.560" v="637"/>
          <ac:graphicFrameMkLst>
            <pc:docMk/>
            <pc:sldMk cId="644944421" sldId="279"/>
            <ac:graphicFrameMk id="6" creationId="{D214AB14-416B-340D-7D23-35C5AD00ADB6}"/>
          </ac:graphicFrameMkLst>
        </pc:graphicFrameChg>
      </pc:sldChg>
      <pc:sldChg chg="new del">
        <pc:chgData name="Nirmal A R" userId="32edb04a36275dab" providerId="LiveId" clId="{B488D699-5DA1-4553-B1CC-B920E45010F1}" dt="2025-09-29T08:14:53.478" v="244" actId="47"/>
        <pc:sldMkLst>
          <pc:docMk/>
          <pc:sldMk cId="2944927955" sldId="279"/>
        </pc:sldMkLst>
      </pc:sldChg>
      <pc:sldChg chg="addSp delSp modSp new add del mod setBg">
        <pc:chgData name="Nirmal A R" userId="32edb04a36275dab" providerId="LiveId" clId="{B488D699-5DA1-4553-B1CC-B920E45010F1}" dt="2025-09-29T08:28:32.484" v="387" actId="47"/>
        <pc:sldMkLst>
          <pc:docMk/>
          <pc:sldMk cId="4293306188" sldId="280"/>
        </pc:sldMkLst>
        <pc:spChg chg="mod">
          <ac:chgData name="Nirmal A R" userId="32edb04a36275dab" providerId="LiveId" clId="{B488D699-5DA1-4553-B1CC-B920E45010F1}" dt="2025-09-29T08:26:36.064" v="362" actId="1076"/>
          <ac:spMkLst>
            <pc:docMk/>
            <pc:sldMk cId="4293306188" sldId="280"/>
            <ac:spMk id="2" creationId="{4AE7293B-D869-21C8-FCE1-0250F376F660}"/>
          </ac:spMkLst>
        </pc:spChg>
        <pc:spChg chg="del mod">
          <ac:chgData name="Nirmal A R" userId="32edb04a36275dab" providerId="LiveId" clId="{B488D699-5DA1-4553-B1CC-B920E45010F1}" dt="2025-09-29T08:24:14.794" v="322" actId="26606"/>
          <ac:spMkLst>
            <pc:docMk/>
            <pc:sldMk cId="4293306188" sldId="280"/>
            <ac:spMk id="3" creationId="{BEE6BDEB-F5CA-40C4-E95E-B4D0B059DB83}"/>
          </ac:spMkLst>
        </pc:spChg>
        <pc:spChg chg="mod">
          <ac:chgData name="Nirmal A R" userId="32edb04a36275dab" providerId="LiveId" clId="{B488D699-5DA1-4553-B1CC-B920E45010F1}" dt="2025-09-29T08:24:14.794" v="322" actId="26606"/>
          <ac:spMkLst>
            <pc:docMk/>
            <pc:sldMk cId="4293306188" sldId="280"/>
            <ac:spMk id="4" creationId="{AA86826F-C0B0-FD12-6353-02060BF8AB18}"/>
          </ac:spMkLst>
        </pc:spChg>
        <pc:spChg chg="add del">
          <ac:chgData name="Nirmal A R" userId="32edb04a36275dab" providerId="LiveId" clId="{B488D699-5DA1-4553-B1CC-B920E45010F1}" dt="2025-09-29T08:24:14.794" v="322" actId="26606"/>
          <ac:spMkLst>
            <pc:docMk/>
            <pc:sldMk cId="4293306188" sldId="280"/>
            <ac:spMk id="9" creationId="{09588DA8-065E-4F6F-8EFD-43104AB2E0CF}"/>
          </ac:spMkLst>
        </pc:spChg>
        <pc:spChg chg="add del">
          <ac:chgData name="Nirmal A R" userId="32edb04a36275dab" providerId="LiveId" clId="{B488D699-5DA1-4553-B1CC-B920E45010F1}" dt="2025-09-29T08:24:14.794" v="322" actId="26606"/>
          <ac:spMkLst>
            <pc:docMk/>
            <pc:sldMk cId="4293306188" sldId="280"/>
            <ac:spMk id="11" creationId="{C4285719-470E-454C-AF62-8323075F1F5B}"/>
          </ac:spMkLst>
        </pc:spChg>
        <pc:spChg chg="add del">
          <ac:chgData name="Nirmal A R" userId="32edb04a36275dab" providerId="LiveId" clId="{B488D699-5DA1-4553-B1CC-B920E45010F1}" dt="2025-09-29T08:24:14.794" v="322" actId="26606"/>
          <ac:spMkLst>
            <pc:docMk/>
            <pc:sldMk cId="4293306188" sldId="280"/>
            <ac:spMk id="13" creationId="{CD9FE4EF-C4D8-49A0-B2FF-81D8DB7D8A24}"/>
          </ac:spMkLst>
        </pc:spChg>
        <pc:spChg chg="add del">
          <ac:chgData name="Nirmal A R" userId="32edb04a36275dab" providerId="LiveId" clId="{B488D699-5DA1-4553-B1CC-B920E45010F1}" dt="2025-09-29T08:24:14.794" v="322" actId="26606"/>
          <ac:spMkLst>
            <pc:docMk/>
            <pc:sldMk cId="4293306188" sldId="280"/>
            <ac:spMk id="15" creationId="{4300840D-0A0B-4512-BACA-B439D5B9C57C}"/>
          </ac:spMkLst>
        </pc:spChg>
        <pc:spChg chg="add del">
          <ac:chgData name="Nirmal A R" userId="32edb04a36275dab" providerId="LiveId" clId="{B488D699-5DA1-4553-B1CC-B920E45010F1}" dt="2025-09-29T08:24:14.794" v="322" actId="26606"/>
          <ac:spMkLst>
            <pc:docMk/>
            <pc:sldMk cId="4293306188" sldId="280"/>
            <ac:spMk id="17" creationId="{D2B78728-A580-49A7-84F9-6EF6F583ADE0}"/>
          </ac:spMkLst>
        </pc:spChg>
        <pc:spChg chg="add del">
          <ac:chgData name="Nirmal A R" userId="32edb04a36275dab" providerId="LiveId" clId="{B488D699-5DA1-4553-B1CC-B920E45010F1}" dt="2025-09-29T08:24:14.794" v="322" actId="26606"/>
          <ac:spMkLst>
            <pc:docMk/>
            <pc:sldMk cId="4293306188" sldId="280"/>
            <ac:spMk id="19" creationId="{38FAA1A1-D861-433F-88FA-1E9D6FD31D11}"/>
          </ac:spMkLst>
        </pc:spChg>
        <pc:spChg chg="add del">
          <ac:chgData name="Nirmal A R" userId="32edb04a36275dab" providerId="LiveId" clId="{B488D699-5DA1-4553-B1CC-B920E45010F1}" dt="2025-09-29T08:24:14.794" v="322" actId="26606"/>
          <ac:spMkLst>
            <pc:docMk/>
            <pc:sldMk cId="4293306188" sldId="280"/>
            <ac:spMk id="21" creationId="{8D71EDA1-87BF-4D5D-AB79-F346FD19278A}"/>
          </ac:spMkLst>
        </pc:spChg>
        <pc:spChg chg="add del">
          <ac:chgData name="Nirmal A R" userId="32edb04a36275dab" providerId="LiveId" clId="{B488D699-5DA1-4553-B1CC-B920E45010F1}" dt="2025-09-29T08:25:00.133" v="329" actId="26606"/>
          <ac:spMkLst>
            <pc:docMk/>
            <pc:sldMk cId="4293306188" sldId="280"/>
            <ac:spMk id="28" creationId="{B50AB553-2A96-4A92-96F2-93548E096954}"/>
          </ac:spMkLst>
        </pc:spChg>
        <pc:spChg chg="add del">
          <ac:chgData name="Nirmal A R" userId="32edb04a36275dab" providerId="LiveId" clId="{B488D699-5DA1-4553-B1CC-B920E45010F1}" dt="2025-09-29T08:25:00.105" v="328" actId="26606"/>
          <ac:spMkLst>
            <pc:docMk/>
            <pc:sldMk cId="4293306188" sldId="280"/>
            <ac:spMk id="34" creationId="{B50AB553-2A96-4A92-96F2-93548E096954}"/>
          </ac:spMkLst>
        </pc:spChg>
        <pc:spChg chg="add">
          <ac:chgData name="Nirmal A R" userId="32edb04a36275dab" providerId="LiveId" clId="{B488D699-5DA1-4553-B1CC-B920E45010F1}" dt="2025-09-29T08:25:00.133" v="329" actId="26606"/>
          <ac:spMkLst>
            <pc:docMk/>
            <pc:sldMk cId="4293306188" sldId="280"/>
            <ac:spMk id="36" creationId="{B50AB553-2A96-4A92-96F2-93548E096954}"/>
          </ac:spMkLst>
        </pc:spChg>
        <pc:graphicFrameChg chg="add del mod">
          <ac:chgData name="Nirmal A R" userId="32edb04a36275dab" providerId="LiveId" clId="{B488D699-5DA1-4553-B1CC-B920E45010F1}" dt="2025-09-29T08:25:00.133" v="329" actId="26606"/>
          <ac:graphicFrameMkLst>
            <pc:docMk/>
            <pc:sldMk cId="4293306188" sldId="280"/>
            <ac:graphicFrameMk id="23" creationId="{F5A583C0-1CA5-257C-77DF-1DF09599CB38}"/>
          </ac:graphicFrameMkLst>
        </pc:graphicFrameChg>
        <pc:graphicFrameChg chg="add del">
          <ac:chgData name="Nirmal A R" userId="32edb04a36275dab" providerId="LiveId" clId="{B488D699-5DA1-4553-B1CC-B920E45010F1}" dt="2025-09-29T08:25:00.105" v="328" actId="26606"/>
          <ac:graphicFrameMkLst>
            <pc:docMk/>
            <pc:sldMk cId="4293306188" sldId="280"/>
            <ac:graphicFrameMk id="30" creationId="{3A64157D-D54C-7FBD-BB06-E9A0BEDC5452}"/>
          </ac:graphicFrameMkLst>
        </pc:graphicFrameChg>
        <pc:graphicFrameChg chg="add mod">
          <ac:chgData name="Nirmal A R" userId="32edb04a36275dab" providerId="LiveId" clId="{B488D699-5DA1-4553-B1CC-B920E45010F1}" dt="2025-09-29T08:28:01.655" v="372" actId="13782"/>
          <ac:graphicFrameMkLst>
            <pc:docMk/>
            <pc:sldMk cId="4293306188" sldId="280"/>
            <ac:graphicFrameMk id="37" creationId="{749C6098-308D-38DC-8C24-54B1472B01E6}"/>
          </ac:graphicFrameMkLst>
        </pc:graphicFrameChg>
        <pc:picChg chg="mod">
          <ac:chgData name="Nirmal A R" userId="32edb04a36275dab" providerId="LiveId" clId="{B488D699-5DA1-4553-B1CC-B920E45010F1}" dt="2025-09-29T08:26:57.255" v="364" actId="207"/>
          <ac:picMkLst>
            <pc:docMk/>
            <pc:sldMk cId="4293306188" sldId="280"/>
            <ac:picMk id="24" creationId="{25062138-BBFE-2EE3-9A88-07D49E886D8E}"/>
          </ac:picMkLst>
        </pc:picChg>
      </pc:sldChg>
      <pc:sldChg chg="addSp delSp modSp new mod setBg">
        <pc:chgData name="Nirmal A R" userId="32edb04a36275dab" providerId="LiveId" clId="{B488D699-5DA1-4553-B1CC-B920E45010F1}" dt="2025-09-29T08:30:13.212" v="419" actId="18714"/>
        <pc:sldMkLst>
          <pc:docMk/>
          <pc:sldMk cId="3529250330" sldId="281"/>
        </pc:sldMkLst>
        <pc:spChg chg="mod">
          <ac:chgData name="Nirmal A R" userId="32edb04a36275dab" providerId="LiveId" clId="{B488D699-5DA1-4553-B1CC-B920E45010F1}" dt="2025-09-29T08:29:54.855" v="417" actId="26606"/>
          <ac:spMkLst>
            <pc:docMk/>
            <pc:sldMk cId="3529250330" sldId="281"/>
            <ac:spMk id="2" creationId="{1E34CD4E-139B-2FB3-81ED-0E80B2D1FA38}"/>
          </ac:spMkLst>
        </pc:spChg>
        <pc:spChg chg="del">
          <ac:chgData name="Nirmal A R" userId="32edb04a36275dab" providerId="LiveId" clId="{B488D699-5DA1-4553-B1CC-B920E45010F1}" dt="2025-09-29T08:29:02.748" v="409"/>
          <ac:spMkLst>
            <pc:docMk/>
            <pc:sldMk cId="3529250330" sldId="281"/>
            <ac:spMk id="3" creationId="{73ED61E8-9E50-B4DB-7DFA-FA8D6EA0B9D5}"/>
          </ac:spMkLst>
        </pc:spChg>
        <pc:spChg chg="mod">
          <ac:chgData name="Nirmal A R" userId="32edb04a36275dab" providerId="LiveId" clId="{B488D699-5DA1-4553-B1CC-B920E45010F1}" dt="2025-09-29T08:29:54.855" v="417" actId="26606"/>
          <ac:spMkLst>
            <pc:docMk/>
            <pc:sldMk cId="3529250330" sldId="281"/>
            <ac:spMk id="4" creationId="{1AF512A7-571D-55AF-5AEC-0E0FAAA3206C}"/>
          </ac:spMkLst>
        </pc:spChg>
        <pc:spChg chg="add del mod">
          <ac:chgData name="Nirmal A R" userId="32edb04a36275dab" providerId="LiveId" clId="{B488D699-5DA1-4553-B1CC-B920E45010F1}" dt="2025-09-29T08:29:12.921" v="410" actId="26606"/>
          <ac:spMkLst>
            <pc:docMk/>
            <pc:sldMk cId="3529250330" sldId="281"/>
            <ac:spMk id="5" creationId="{2A6FF75A-6745-6344-2E3F-563D64319E2B}"/>
          </ac:spMkLst>
        </pc:spChg>
        <pc:spChg chg="add">
          <ac:chgData name="Nirmal A R" userId="32edb04a36275dab" providerId="LiveId" clId="{B488D699-5DA1-4553-B1CC-B920E45010F1}" dt="2025-09-29T08:29:54.855" v="417" actId="26606"/>
          <ac:spMkLst>
            <pc:docMk/>
            <pc:sldMk cId="3529250330" sldId="281"/>
            <ac:spMk id="12" creationId="{955A2079-FA98-4876-80F0-72364A7D2EA4}"/>
          </ac:spMkLst>
        </pc:spChg>
        <pc:graphicFrameChg chg="add mod modGraphic">
          <ac:chgData name="Nirmal A R" userId="32edb04a36275dab" providerId="LiveId" clId="{B488D699-5DA1-4553-B1CC-B920E45010F1}" dt="2025-09-29T08:30:13.212" v="419" actId="18714"/>
          <ac:graphicFrameMkLst>
            <pc:docMk/>
            <pc:sldMk cId="3529250330" sldId="281"/>
            <ac:graphicFrameMk id="7" creationId="{3D74E40C-BFEC-8B79-8F0E-6B489327C939}"/>
          </ac:graphicFrameMkLst>
        </pc:graphicFrameChg>
      </pc:sldChg>
      <pc:sldChg chg="addSp delSp modSp new mod setBg">
        <pc:chgData name="Nirmal A R" userId="32edb04a36275dab" providerId="LiveId" clId="{B488D699-5DA1-4553-B1CC-B920E45010F1}" dt="2025-09-29T08:36:16.478" v="488" actId="26606"/>
        <pc:sldMkLst>
          <pc:docMk/>
          <pc:sldMk cId="1081213165" sldId="282"/>
        </pc:sldMkLst>
        <pc:spChg chg="mod">
          <ac:chgData name="Nirmal A R" userId="32edb04a36275dab" providerId="LiveId" clId="{B488D699-5DA1-4553-B1CC-B920E45010F1}" dt="2025-09-29T08:36:16.478" v="488" actId="26606"/>
          <ac:spMkLst>
            <pc:docMk/>
            <pc:sldMk cId="1081213165" sldId="282"/>
            <ac:spMk id="2" creationId="{A0B4256F-A759-E86A-A953-F97C93386B44}"/>
          </ac:spMkLst>
        </pc:spChg>
        <pc:spChg chg="add del mod">
          <ac:chgData name="Nirmal A R" userId="32edb04a36275dab" providerId="LiveId" clId="{B488D699-5DA1-4553-B1CC-B920E45010F1}" dt="2025-09-29T08:36:16.478" v="488" actId="26606"/>
          <ac:spMkLst>
            <pc:docMk/>
            <pc:sldMk cId="1081213165" sldId="282"/>
            <ac:spMk id="3" creationId="{73BF011E-51B7-6F6D-8FA2-1C9D32A3BA4E}"/>
          </ac:spMkLst>
        </pc:spChg>
        <pc:spChg chg="mod">
          <ac:chgData name="Nirmal A R" userId="32edb04a36275dab" providerId="LiveId" clId="{B488D699-5DA1-4553-B1CC-B920E45010F1}" dt="2025-09-29T08:33:40.467" v="477" actId="26606"/>
          <ac:spMkLst>
            <pc:docMk/>
            <pc:sldMk cId="1081213165" sldId="282"/>
            <ac:spMk id="4" creationId="{66101F4E-5686-72F5-824A-F38773CD435E}"/>
          </ac:spMkLst>
        </pc:spChg>
        <pc:spChg chg="add del">
          <ac:chgData name="Nirmal A R" userId="32edb04a36275dab" providerId="LiveId" clId="{B488D699-5DA1-4553-B1CC-B920E45010F1}" dt="2025-09-29T08:35:40.843" v="485" actId="11529"/>
          <ac:spMkLst>
            <pc:docMk/>
            <pc:sldMk cId="1081213165" sldId="282"/>
            <ac:spMk id="5" creationId="{4288EA0D-39F4-F28D-BD18-0F398EAAD7DC}"/>
          </ac:spMkLst>
        </pc:spChg>
        <pc:spChg chg="add del mod">
          <ac:chgData name="Nirmal A R" userId="32edb04a36275dab" providerId="LiveId" clId="{B488D699-5DA1-4553-B1CC-B920E45010F1}" dt="2025-09-29T08:35:39.733" v="484" actId="478"/>
          <ac:spMkLst>
            <pc:docMk/>
            <pc:sldMk cId="1081213165" sldId="282"/>
            <ac:spMk id="7" creationId="{9683802A-1FAE-576B-DBA1-B9594295CE1C}"/>
          </ac:spMkLst>
        </pc:spChg>
        <pc:spChg chg="add del">
          <ac:chgData name="Nirmal A R" userId="32edb04a36275dab" providerId="LiveId" clId="{B488D699-5DA1-4553-B1CC-B920E45010F1}" dt="2025-09-29T08:33:40.467" v="477" actId="26606"/>
          <ac:spMkLst>
            <pc:docMk/>
            <pc:sldMk cId="1081213165" sldId="282"/>
            <ac:spMk id="9" creationId="{1B15ED52-F352-441B-82BF-E0EA34836D08}"/>
          </ac:spMkLst>
        </pc:spChg>
        <pc:spChg chg="add del">
          <ac:chgData name="Nirmal A R" userId="32edb04a36275dab" providerId="LiveId" clId="{B488D699-5DA1-4553-B1CC-B920E45010F1}" dt="2025-09-29T08:33:40.467" v="477" actId="26606"/>
          <ac:spMkLst>
            <pc:docMk/>
            <pc:sldMk cId="1081213165" sldId="282"/>
            <ac:spMk id="11" creationId="{3B2E3793-BFE6-45A2-9B7B-E18844431C99}"/>
          </ac:spMkLst>
        </pc:spChg>
        <pc:spChg chg="add del">
          <ac:chgData name="Nirmal A R" userId="32edb04a36275dab" providerId="LiveId" clId="{B488D699-5DA1-4553-B1CC-B920E45010F1}" dt="2025-09-29T08:33:40.467" v="477" actId="26606"/>
          <ac:spMkLst>
            <pc:docMk/>
            <pc:sldMk cId="1081213165" sldId="282"/>
            <ac:spMk id="13" creationId="{BC4C4868-CB8F-4AF9-9CDB-8108F2C19B67}"/>
          </ac:spMkLst>
        </pc:spChg>
        <pc:spChg chg="add del">
          <ac:chgData name="Nirmal A R" userId="32edb04a36275dab" providerId="LiveId" clId="{B488D699-5DA1-4553-B1CC-B920E45010F1}" dt="2025-09-29T08:33:40.467" v="477" actId="26606"/>
          <ac:spMkLst>
            <pc:docMk/>
            <pc:sldMk cId="1081213165" sldId="282"/>
            <ac:spMk id="15" creationId="{375E0459-6403-40CD-989D-56A4407CA12E}"/>
          </ac:spMkLst>
        </pc:spChg>
        <pc:spChg chg="add del">
          <ac:chgData name="Nirmal A R" userId="32edb04a36275dab" providerId="LiveId" clId="{B488D699-5DA1-4553-B1CC-B920E45010F1}" dt="2025-09-29T08:33:40.467" v="477" actId="26606"/>
          <ac:spMkLst>
            <pc:docMk/>
            <pc:sldMk cId="1081213165" sldId="282"/>
            <ac:spMk id="17" creationId="{53E5B1A8-3AC9-4BD1-9BBC-78CA94F2D1BA}"/>
          </ac:spMkLst>
        </pc:spChg>
        <pc:spChg chg="add del">
          <ac:chgData name="Nirmal A R" userId="32edb04a36275dab" providerId="LiveId" clId="{B488D699-5DA1-4553-B1CC-B920E45010F1}" dt="2025-09-29T08:36:16.478" v="488" actId="26606"/>
          <ac:spMkLst>
            <pc:docMk/>
            <pc:sldMk cId="1081213165" sldId="282"/>
            <ac:spMk id="22" creationId="{979E27D9-03C7-44E2-9FF8-15D0C8506AF7}"/>
          </ac:spMkLst>
        </pc:spChg>
        <pc:spChg chg="add del">
          <ac:chgData name="Nirmal A R" userId="32edb04a36275dab" providerId="LiveId" clId="{B488D699-5DA1-4553-B1CC-B920E45010F1}" dt="2025-09-29T08:36:16.478" v="488" actId="26606"/>
          <ac:spMkLst>
            <pc:docMk/>
            <pc:sldMk cId="1081213165" sldId="282"/>
            <ac:spMk id="24" creationId="{EEBF1590-3B36-48EE-A89D-3B6F3CB256AB}"/>
          </ac:spMkLst>
        </pc:spChg>
        <pc:spChg chg="del">
          <ac:chgData name="Nirmal A R" userId="32edb04a36275dab" providerId="LiveId" clId="{B488D699-5DA1-4553-B1CC-B920E45010F1}" dt="2025-09-29T08:36:16.478" v="488" actId="26606"/>
          <ac:spMkLst>
            <pc:docMk/>
            <pc:sldMk cId="1081213165" sldId="282"/>
            <ac:spMk id="26" creationId="{AC8F6C8C-AB5A-4548-942D-E3FD40ACBC49}"/>
          </ac:spMkLst>
        </pc:spChg>
        <pc:spChg chg="add">
          <ac:chgData name="Nirmal A R" userId="32edb04a36275dab" providerId="LiveId" clId="{B488D699-5DA1-4553-B1CC-B920E45010F1}" dt="2025-09-29T08:36:16.478" v="488" actId="26606"/>
          <ac:spMkLst>
            <pc:docMk/>
            <pc:sldMk cId="1081213165" sldId="282"/>
            <ac:spMk id="31" creationId="{1B15ED52-F352-441B-82BF-E0EA34836D08}"/>
          </ac:spMkLst>
        </pc:spChg>
        <pc:spChg chg="add">
          <ac:chgData name="Nirmal A R" userId="32edb04a36275dab" providerId="LiveId" clId="{B488D699-5DA1-4553-B1CC-B920E45010F1}" dt="2025-09-29T08:36:16.478" v="488" actId="26606"/>
          <ac:spMkLst>
            <pc:docMk/>
            <pc:sldMk cId="1081213165" sldId="282"/>
            <ac:spMk id="33" creationId="{3B2E3793-BFE6-45A2-9B7B-E18844431C99}"/>
          </ac:spMkLst>
        </pc:spChg>
        <pc:spChg chg="add">
          <ac:chgData name="Nirmal A R" userId="32edb04a36275dab" providerId="LiveId" clId="{B488D699-5DA1-4553-B1CC-B920E45010F1}" dt="2025-09-29T08:36:16.478" v="488" actId="26606"/>
          <ac:spMkLst>
            <pc:docMk/>
            <pc:sldMk cId="1081213165" sldId="282"/>
            <ac:spMk id="35" creationId="{BC4C4868-CB8F-4AF9-9CDB-8108F2C19B67}"/>
          </ac:spMkLst>
        </pc:spChg>
        <pc:spChg chg="add">
          <ac:chgData name="Nirmal A R" userId="32edb04a36275dab" providerId="LiveId" clId="{B488D699-5DA1-4553-B1CC-B920E45010F1}" dt="2025-09-29T08:36:16.478" v="488" actId="26606"/>
          <ac:spMkLst>
            <pc:docMk/>
            <pc:sldMk cId="1081213165" sldId="282"/>
            <ac:spMk id="37" creationId="{375E0459-6403-40CD-989D-56A4407CA12E}"/>
          </ac:spMkLst>
        </pc:spChg>
        <pc:spChg chg="add">
          <ac:chgData name="Nirmal A R" userId="32edb04a36275dab" providerId="LiveId" clId="{B488D699-5DA1-4553-B1CC-B920E45010F1}" dt="2025-09-29T08:36:16.478" v="488" actId="26606"/>
          <ac:spMkLst>
            <pc:docMk/>
            <pc:sldMk cId="1081213165" sldId="282"/>
            <ac:spMk id="39" creationId="{53E5B1A8-3AC9-4BD1-9BBC-78CA94F2D1BA}"/>
          </ac:spMkLst>
        </pc:spChg>
      </pc:sldChg>
      <pc:sldChg chg="addSp delSp modSp new mod setBg">
        <pc:chgData name="Nirmal A R" userId="32edb04a36275dab" providerId="LiveId" clId="{B488D699-5DA1-4553-B1CC-B920E45010F1}" dt="2025-09-29T08:39:35.953" v="525" actId="1076"/>
        <pc:sldMkLst>
          <pc:docMk/>
          <pc:sldMk cId="3712119034" sldId="283"/>
        </pc:sldMkLst>
        <pc:spChg chg="mod">
          <ac:chgData name="Nirmal A R" userId="32edb04a36275dab" providerId="LiveId" clId="{B488D699-5DA1-4553-B1CC-B920E45010F1}" dt="2025-09-29T08:39:35.953" v="525" actId="1076"/>
          <ac:spMkLst>
            <pc:docMk/>
            <pc:sldMk cId="3712119034" sldId="283"/>
            <ac:spMk id="2" creationId="{79D0E740-847E-D490-4F7E-8E3BFA44F14C}"/>
          </ac:spMkLst>
        </pc:spChg>
        <pc:spChg chg="del mod">
          <ac:chgData name="Nirmal A R" userId="32edb04a36275dab" providerId="LiveId" clId="{B488D699-5DA1-4553-B1CC-B920E45010F1}" dt="2025-09-29T08:39:16.812" v="519" actId="26606"/>
          <ac:spMkLst>
            <pc:docMk/>
            <pc:sldMk cId="3712119034" sldId="283"/>
            <ac:spMk id="3" creationId="{BE1A2295-D45C-9779-B236-E47377D5AB4A}"/>
          </ac:spMkLst>
        </pc:spChg>
        <pc:spChg chg="mod">
          <ac:chgData name="Nirmal A R" userId="32edb04a36275dab" providerId="LiveId" clId="{B488D699-5DA1-4553-B1CC-B920E45010F1}" dt="2025-09-29T08:39:04.935" v="518" actId="26606"/>
          <ac:spMkLst>
            <pc:docMk/>
            <pc:sldMk cId="3712119034" sldId="283"/>
            <ac:spMk id="4" creationId="{C6BF1257-C362-7CC7-0037-782B4B293066}"/>
          </ac:spMkLst>
        </pc:spChg>
        <pc:spChg chg="add del">
          <ac:chgData name="Nirmal A R" userId="32edb04a36275dab" providerId="LiveId" clId="{B488D699-5DA1-4553-B1CC-B920E45010F1}" dt="2025-09-29T08:39:16.812" v="519" actId="26606"/>
          <ac:spMkLst>
            <pc:docMk/>
            <pc:sldMk cId="3712119034" sldId="283"/>
            <ac:spMk id="9" creationId="{09588DA8-065E-4F6F-8EFD-43104AB2E0CF}"/>
          </ac:spMkLst>
        </pc:spChg>
        <pc:spChg chg="add del">
          <ac:chgData name="Nirmal A R" userId="32edb04a36275dab" providerId="LiveId" clId="{B488D699-5DA1-4553-B1CC-B920E45010F1}" dt="2025-09-29T08:39:16.812" v="519" actId="26606"/>
          <ac:spMkLst>
            <pc:docMk/>
            <pc:sldMk cId="3712119034" sldId="283"/>
            <ac:spMk id="11" creationId="{C4285719-470E-454C-AF62-8323075F1F5B}"/>
          </ac:spMkLst>
        </pc:spChg>
        <pc:spChg chg="add">
          <ac:chgData name="Nirmal A R" userId="32edb04a36275dab" providerId="LiveId" clId="{B488D699-5DA1-4553-B1CC-B920E45010F1}" dt="2025-09-29T08:39:04.935" v="518" actId="26606"/>
          <ac:spMkLst>
            <pc:docMk/>
            <pc:sldMk cId="3712119034" sldId="283"/>
            <ac:spMk id="13" creationId="{CD9FE4EF-C4D8-49A0-B2FF-81D8DB7D8A24}"/>
          </ac:spMkLst>
        </pc:spChg>
        <pc:spChg chg="add del">
          <ac:chgData name="Nirmal A R" userId="32edb04a36275dab" providerId="LiveId" clId="{B488D699-5DA1-4553-B1CC-B920E45010F1}" dt="2025-09-29T08:39:16.812" v="519" actId="26606"/>
          <ac:spMkLst>
            <pc:docMk/>
            <pc:sldMk cId="3712119034" sldId="283"/>
            <ac:spMk id="15" creationId="{4300840D-0A0B-4512-BACA-B439D5B9C57C}"/>
          </ac:spMkLst>
        </pc:spChg>
        <pc:spChg chg="add">
          <ac:chgData name="Nirmal A R" userId="32edb04a36275dab" providerId="LiveId" clId="{B488D699-5DA1-4553-B1CC-B920E45010F1}" dt="2025-09-29T08:39:04.935" v="518" actId="26606"/>
          <ac:spMkLst>
            <pc:docMk/>
            <pc:sldMk cId="3712119034" sldId="283"/>
            <ac:spMk id="17" creationId="{D2B78728-A580-49A7-84F9-6EF6F583ADE0}"/>
          </ac:spMkLst>
        </pc:spChg>
        <pc:spChg chg="add">
          <ac:chgData name="Nirmal A R" userId="32edb04a36275dab" providerId="LiveId" clId="{B488D699-5DA1-4553-B1CC-B920E45010F1}" dt="2025-09-29T08:39:04.935" v="518" actId="26606"/>
          <ac:spMkLst>
            <pc:docMk/>
            <pc:sldMk cId="3712119034" sldId="283"/>
            <ac:spMk id="19" creationId="{38FAA1A1-D861-433F-88FA-1E9D6FD31D11}"/>
          </ac:spMkLst>
        </pc:spChg>
        <pc:spChg chg="add">
          <ac:chgData name="Nirmal A R" userId="32edb04a36275dab" providerId="LiveId" clId="{B488D699-5DA1-4553-B1CC-B920E45010F1}" dt="2025-09-29T08:39:04.935" v="518" actId="26606"/>
          <ac:spMkLst>
            <pc:docMk/>
            <pc:sldMk cId="3712119034" sldId="283"/>
            <ac:spMk id="21" creationId="{8D71EDA1-87BF-4D5D-AB79-F346FD19278A}"/>
          </ac:spMkLst>
        </pc:spChg>
        <pc:spChg chg="add">
          <ac:chgData name="Nirmal A R" userId="32edb04a36275dab" providerId="LiveId" clId="{B488D699-5DA1-4553-B1CC-B920E45010F1}" dt="2025-09-29T08:39:16.812" v="519" actId="26606"/>
          <ac:spMkLst>
            <pc:docMk/>
            <pc:sldMk cId="3712119034" sldId="283"/>
            <ac:spMk id="27" creationId="{BACC6370-2D7E-4714-9D71-7542949D7D5D}"/>
          </ac:spMkLst>
        </pc:spChg>
        <pc:spChg chg="add">
          <ac:chgData name="Nirmal A R" userId="32edb04a36275dab" providerId="LiveId" clId="{B488D699-5DA1-4553-B1CC-B920E45010F1}" dt="2025-09-29T08:39:16.812" v="519" actId="26606"/>
          <ac:spMkLst>
            <pc:docMk/>
            <pc:sldMk cId="3712119034" sldId="283"/>
            <ac:spMk id="29" creationId="{256B2C21-A230-48C0-8DF1-C46611373C44}"/>
          </ac:spMkLst>
        </pc:spChg>
        <pc:spChg chg="add">
          <ac:chgData name="Nirmal A R" userId="32edb04a36275dab" providerId="LiveId" clId="{B488D699-5DA1-4553-B1CC-B920E45010F1}" dt="2025-09-29T08:39:16.812" v="519" actId="26606"/>
          <ac:spMkLst>
            <pc:docMk/>
            <pc:sldMk cId="3712119034" sldId="283"/>
            <ac:spMk id="31" creationId="{3847E18C-932D-4C95-AABA-FEC7C9499AD7}"/>
          </ac:spMkLst>
        </pc:spChg>
        <pc:spChg chg="add">
          <ac:chgData name="Nirmal A R" userId="32edb04a36275dab" providerId="LiveId" clId="{B488D699-5DA1-4553-B1CC-B920E45010F1}" dt="2025-09-29T08:39:16.812" v="519" actId="26606"/>
          <ac:spMkLst>
            <pc:docMk/>
            <pc:sldMk cId="3712119034" sldId="283"/>
            <ac:spMk id="33" creationId="{3150CB11-0C61-439E-910F-5787759E72A0}"/>
          </ac:spMkLst>
        </pc:spChg>
        <pc:spChg chg="add">
          <ac:chgData name="Nirmal A R" userId="32edb04a36275dab" providerId="LiveId" clId="{B488D699-5DA1-4553-B1CC-B920E45010F1}" dt="2025-09-29T08:39:16.812" v="519" actId="26606"/>
          <ac:spMkLst>
            <pc:docMk/>
            <pc:sldMk cId="3712119034" sldId="283"/>
            <ac:spMk id="35" creationId="{43F8A58B-5155-44CE-A5FF-7647B47D0A7A}"/>
          </ac:spMkLst>
        </pc:spChg>
        <pc:spChg chg="add">
          <ac:chgData name="Nirmal A R" userId="32edb04a36275dab" providerId="LiveId" clId="{B488D699-5DA1-4553-B1CC-B920E45010F1}" dt="2025-09-29T08:39:16.812" v="519" actId="26606"/>
          <ac:spMkLst>
            <pc:docMk/>
            <pc:sldMk cId="3712119034" sldId="283"/>
            <ac:spMk id="37" creationId="{443F2ACA-E6D6-4028-82DD-F03C262D5DE6}"/>
          </ac:spMkLst>
        </pc:spChg>
        <pc:graphicFrameChg chg="mod">
          <ac:chgData name="Nirmal A R" userId="32edb04a36275dab" providerId="LiveId" clId="{B488D699-5DA1-4553-B1CC-B920E45010F1}" dt="2025-09-29T08:39:21.902" v="520" actId="12100"/>
          <ac:graphicFrameMkLst>
            <pc:docMk/>
            <pc:sldMk cId="3712119034" sldId="283"/>
            <ac:graphicFrameMk id="23" creationId="{1F7EFD17-313A-8D68-E8C7-09298D2260DE}"/>
          </ac:graphicFrameMkLst>
        </pc:graphicFrameChg>
      </pc:sldChg>
      <pc:sldChg chg="addSp delSp modSp new mod setBg">
        <pc:chgData name="Nirmal A R" userId="32edb04a36275dab" providerId="LiveId" clId="{B488D699-5DA1-4553-B1CC-B920E45010F1}" dt="2025-09-29T08:43:58.322" v="563" actId="1076"/>
        <pc:sldMkLst>
          <pc:docMk/>
          <pc:sldMk cId="292738704" sldId="284"/>
        </pc:sldMkLst>
        <pc:spChg chg="mod">
          <ac:chgData name="Nirmal A R" userId="32edb04a36275dab" providerId="LiveId" clId="{B488D699-5DA1-4553-B1CC-B920E45010F1}" dt="2025-09-29T08:43:23.458" v="554" actId="255"/>
          <ac:spMkLst>
            <pc:docMk/>
            <pc:sldMk cId="292738704" sldId="284"/>
            <ac:spMk id="2" creationId="{CA77F094-FCAD-6BEF-BA86-E2E7C7D9F969}"/>
          </ac:spMkLst>
        </pc:spChg>
        <pc:spChg chg="del mod">
          <ac:chgData name="Nirmal A R" userId="32edb04a36275dab" providerId="LiveId" clId="{B488D699-5DA1-4553-B1CC-B920E45010F1}" dt="2025-09-29T08:41:07.157" v="540" actId="26606"/>
          <ac:spMkLst>
            <pc:docMk/>
            <pc:sldMk cId="292738704" sldId="284"/>
            <ac:spMk id="3" creationId="{C9604CB4-F19B-E716-8CCA-7BA8B5BC88EB}"/>
          </ac:spMkLst>
        </pc:spChg>
        <pc:spChg chg="mod">
          <ac:chgData name="Nirmal A R" userId="32edb04a36275dab" providerId="LiveId" clId="{B488D699-5DA1-4553-B1CC-B920E45010F1}" dt="2025-09-29T08:43:09.271" v="547" actId="26606"/>
          <ac:spMkLst>
            <pc:docMk/>
            <pc:sldMk cId="292738704" sldId="284"/>
            <ac:spMk id="4" creationId="{E2F8A6AF-C0C7-4F92-3901-3863058FED2F}"/>
          </ac:spMkLst>
        </pc:spChg>
        <pc:spChg chg="add">
          <ac:chgData name="Nirmal A R" userId="32edb04a36275dab" providerId="LiveId" clId="{B488D699-5DA1-4553-B1CC-B920E45010F1}" dt="2025-09-29T08:43:09.271" v="547" actId="26606"/>
          <ac:spMkLst>
            <pc:docMk/>
            <pc:sldMk cId="292738704" sldId="284"/>
            <ac:spMk id="11" creationId="{955A2079-FA98-4876-80F0-72364A7D2EA4}"/>
          </ac:spMkLst>
        </pc:spChg>
        <pc:graphicFrameChg chg="add mod ord modGraphic">
          <ac:chgData name="Nirmal A R" userId="32edb04a36275dab" providerId="LiveId" clId="{B488D699-5DA1-4553-B1CC-B920E45010F1}" dt="2025-09-29T08:43:58.322" v="563" actId="1076"/>
          <ac:graphicFrameMkLst>
            <pc:docMk/>
            <pc:sldMk cId="292738704" sldId="284"/>
            <ac:graphicFrameMk id="6" creationId="{5061EE1C-2430-AE82-6102-351C5C6B2F38}"/>
          </ac:graphicFrameMkLst>
        </pc:graphicFrameChg>
      </pc:sldChg>
      <pc:sldChg chg="addSp delSp modSp new mod setBg">
        <pc:chgData name="Nirmal A R" userId="32edb04a36275dab" providerId="LiveId" clId="{B488D699-5DA1-4553-B1CC-B920E45010F1}" dt="2025-09-29T08:52:37.765" v="619" actId="26606"/>
        <pc:sldMkLst>
          <pc:docMk/>
          <pc:sldMk cId="517928565" sldId="285"/>
        </pc:sldMkLst>
        <pc:spChg chg="mod">
          <ac:chgData name="Nirmal A R" userId="32edb04a36275dab" providerId="LiveId" clId="{B488D699-5DA1-4553-B1CC-B920E45010F1}" dt="2025-09-29T08:52:37.765" v="619" actId="26606"/>
          <ac:spMkLst>
            <pc:docMk/>
            <pc:sldMk cId="517928565" sldId="285"/>
            <ac:spMk id="2" creationId="{CF1A0F18-F731-42C4-70A3-9D1A53C75620}"/>
          </ac:spMkLst>
        </pc:spChg>
        <pc:spChg chg="del mod">
          <ac:chgData name="Nirmal A R" userId="32edb04a36275dab" providerId="LiveId" clId="{B488D699-5DA1-4553-B1CC-B920E45010F1}" dt="2025-09-29T08:46:10.050" v="571" actId="26606"/>
          <ac:spMkLst>
            <pc:docMk/>
            <pc:sldMk cId="517928565" sldId="285"/>
            <ac:spMk id="3" creationId="{9C68D8C3-FFBE-3F46-36D5-01613D93C168}"/>
          </ac:spMkLst>
        </pc:spChg>
        <pc:spChg chg="mod">
          <ac:chgData name="Nirmal A R" userId="32edb04a36275dab" providerId="LiveId" clId="{B488D699-5DA1-4553-B1CC-B920E45010F1}" dt="2025-09-29T08:52:37.765" v="619" actId="26606"/>
          <ac:spMkLst>
            <pc:docMk/>
            <pc:sldMk cId="517928565" sldId="285"/>
            <ac:spMk id="4" creationId="{D5801C88-0384-C64B-B6D9-6AF693617424}"/>
          </ac:spMkLst>
        </pc:spChg>
        <pc:spChg chg="add">
          <ac:chgData name="Nirmal A R" userId="32edb04a36275dab" providerId="LiveId" clId="{B488D699-5DA1-4553-B1CC-B920E45010F1}" dt="2025-09-29T08:52:37.765" v="619" actId="26606"/>
          <ac:spMkLst>
            <pc:docMk/>
            <pc:sldMk cId="517928565" sldId="285"/>
            <ac:spMk id="11" creationId="{DCC231C8-C761-4B31-9B1C-C6D19248C6B3}"/>
          </ac:spMkLst>
        </pc:spChg>
        <pc:graphicFrameChg chg="add mod ord modGraphic">
          <ac:chgData name="Nirmal A R" userId="32edb04a36275dab" providerId="LiveId" clId="{B488D699-5DA1-4553-B1CC-B920E45010F1}" dt="2025-09-29T08:52:37.765" v="619" actId="26606"/>
          <ac:graphicFrameMkLst>
            <pc:docMk/>
            <pc:sldMk cId="517928565" sldId="285"/>
            <ac:graphicFrameMk id="6" creationId="{FA59BF8D-069E-5EDB-92FF-EEFD6C00DFEC}"/>
          </ac:graphicFrameMkLst>
        </pc:graphicFrameChg>
      </pc:sldChg>
      <pc:sldChg chg="addSp delSp modSp new mod setBg">
        <pc:chgData name="Nirmal A R" userId="32edb04a36275dab" providerId="LiveId" clId="{B488D699-5DA1-4553-B1CC-B920E45010F1}" dt="2025-09-29T08:52:27.270" v="618" actId="12269"/>
        <pc:sldMkLst>
          <pc:docMk/>
          <pc:sldMk cId="1778169131" sldId="286"/>
        </pc:sldMkLst>
        <pc:spChg chg="mod">
          <ac:chgData name="Nirmal A R" userId="32edb04a36275dab" providerId="LiveId" clId="{B488D699-5DA1-4553-B1CC-B920E45010F1}" dt="2025-09-29T08:52:13.137" v="616" actId="26606"/>
          <ac:spMkLst>
            <pc:docMk/>
            <pc:sldMk cId="1778169131" sldId="286"/>
            <ac:spMk id="2" creationId="{9870E874-0125-E53A-D8D7-9DCFE1CC1894}"/>
          </ac:spMkLst>
        </pc:spChg>
        <pc:spChg chg="del mod">
          <ac:chgData name="Nirmal A R" userId="32edb04a36275dab" providerId="LiveId" clId="{B488D699-5DA1-4553-B1CC-B920E45010F1}" dt="2025-09-29T08:51:30.995" v="609" actId="26606"/>
          <ac:spMkLst>
            <pc:docMk/>
            <pc:sldMk cId="1778169131" sldId="286"/>
            <ac:spMk id="3" creationId="{6B8FBAD9-4B05-CD0E-8447-74FF00D6F620}"/>
          </ac:spMkLst>
        </pc:spChg>
        <pc:spChg chg="mod">
          <ac:chgData name="Nirmal A R" userId="32edb04a36275dab" providerId="LiveId" clId="{B488D699-5DA1-4553-B1CC-B920E45010F1}" dt="2025-09-29T08:52:13.137" v="616" actId="26606"/>
          <ac:spMkLst>
            <pc:docMk/>
            <pc:sldMk cId="1778169131" sldId="286"/>
            <ac:spMk id="4" creationId="{B7699188-6681-7512-1972-FDB00F9DCFDE}"/>
          </ac:spMkLst>
        </pc:spChg>
        <pc:spChg chg="add">
          <ac:chgData name="Nirmal A R" userId="32edb04a36275dab" providerId="LiveId" clId="{B488D699-5DA1-4553-B1CC-B920E45010F1}" dt="2025-09-29T08:52:13.137" v="616" actId="26606"/>
          <ac:spMkLst>
            <pc:docMk/>
            <pc:sldMk cId="1778169131" sldId="286"/>
            <ac:spMk id="11" creationId="{6C4028FD-8BAA-4A19-BFDE-594D991B7552}"/>
          </ac:spMkLst>
        </pc:spChg>
        <pc:graphicFrameChg chg="add mod ord modGraphic">
          <ac:chgData name="Nirmal A R" userId="32edb04a36275dab" providerId="LiveId" clId="{B488D699-5DA1-4553-B1CC-B920E45010F1}" dt="2025-09-29T08:52:27.270" v="618" actId="12269"/>
          <ac:graphicFrameMkLst>
            <pc:docMk/>
            <pc:sldMk cId="1778169131" sldId="286"/>
            <ac:graphicFrameMk id="6" creationId="{B1C76E57-C857-F8C2-C932-679B382CAC74}"/>
          </ac:graphicFrameMkLst>
        </pc:graphicFrameChg>
      </pc:sldChg>
      <pc:sldChg chg="addSp delSp modSp new mod setBg">
        <pc:chgData name="Nirmal A R" userId="32edb04a36275dab" providerId="LiveId" clId="{B488D699-5DA1-4553-B1CC-B920E45010F1}" dt="2025-09-29T08:56:32.766" v="656" actId="1076"/>
        <pc:sldMkLst>
          <pc:docMk/>
          <pc:sldMk cId="1834786562" sldId="287"/>
        </pc:sldMkLst>
        <pc:spChg chg="mod">
          <ac:chgData name="Nirmal A R" userId="32edb04a36275dab" providerId="LiveId" clId="{B488D699-5DA1-4553-B1CC-B920E45010F1}" dt="2025-09-29T08:56:05.467" v="652" actId="26606"/>
          <ac:spMkLst>
            <pc:docMk/>
            <pc:sldMk cId="1834786562" sldId="287"/>
            <ac:spMk id="2" creationId="{37091726-5D5F-38EB-759B-09F943BEAB6A}"/>
          </ac:spMkLst>
        </pc:spChg>
        <pc:spChg chg="add del mod">
          <ac:chgData name="Nirmal A R" userId="32edb04a36275dab" providerId="LiveId" clId="{B488D699-5DA1-4553-B1CC-B920E45010F1}" dt="2025-09-29T08:55:38.393" v="649" actId="26606"/>
          <ac:spMkLst>
            <pc:docMk/>
            <pc:sldMk cId="1834786562" sldId="287"/>
            <ac:spMk id="3" creationId="{B69FA4B5-BCE8-EB72-515C-3F43319AA79B}"/>
          </ac:spMkLst>
        </pc:spChg>
        <pc:spChg chg="mod">
          <ac:chgData name="Nirmal A R" userId="32edb04a36275dab" providerId="LiveId" clId="{B488D699-5DA1-4553-B1CC-B920E45010F1}" dt="2025-09-29T08:56:05.467" v="652" actId="26606"/>
          <ac:spMkLst>
            <pc:docMk/>
            <pc:sldMk cId="1834786562" sldId="287"/>
            <ac:spMk id="4" creationId="{6FD10AD9-37B9-6FB6-B6D2-45CEC30B3AF0}"/>
          </ac:spMkLst>
        </pc:spChg>
        <pc:spChg chg="add del">
          <ac:chgData name="Nirmal A R" userId="32edb04a36275dab" providerId="LiveId" clId="{B488D699-5DA1-4553-B1CC-B920E45010F1}" dt="2025-09-29T08:55:36.325" v="646" actId="26606"/>
          <ac:spMkLst>
            <pc:docMk/>
            <pc:sldMk cId="1834786562" sldId="287"/>
            <ac:spMk id="10" creationId="{BC68A55F-7B32-44D8-AEE5-1AF40532656C}"/>
          </ac:spMkLst>
        </pc:spChg>
        <pc:spChg chg="add del">
          <ac:chgData name="Nirmal A R" userId="32edb04a36275dab" providerId="LiveId" clId="{B488D699-5DA1-4553-B1CC-B920E45010F1}" dt="2025-09-29T08:55:36.325" v="646" actId="26606"/>
          <ac:spMkLst>
            <pc:docMk/>
            <pc:sldMk cId="1834786562" sldId="287"/>
            <ac:spMk id="12" creationId="{CD1AAA2C-FBBE-42AA-B869-31D524B7653F}"/>
          </ac:spMkLst>
        </pc:spChg>
        <pc:spChg chg="add del">
          <ac:chgData name="Nirmal A R" userId="32edb04a36275dab" providerId="LiveId" clId="{B488D699-5DA1-4553-B1CC-B920E45010F1}" dt="2025-09-29T08:55:36.325" v="646" actId="26606"/>
          <ac:spMkLst>
            <pc:docMk/>
            <pc:sldMk cId="1834786562" sldId="287"/>
            <ac:spMk id="14" creationId="{5F937BBF-9326-4230-AB1B-F1795E350559}"/>
          </ac:spMkLst>
        </pc:spChg>
        <pc:spChg chg="add del">
          <ac:chgData name="Nirmal A R" userId="32edb04a36275dab" providerId="LiveId" clId="{B488D699-5DA1-4553-B1CC-B920E45010F1}" dt="2025-09-29T08:55:38.368" v="648" actId="26606"/>
          <ac:spMkLst>
            <pc:docMk/>
            <pc:sldMk cId="1834786562" sldId="287"/>
            <ac:spMk id="16" creationId="{463EEC44-1BA3-44ED-81FC-A644B04B2A44}"/>
          </ac:spMkLst>
        </pc:spChg>
        <pc:spChg chg="add del">
          <ac:chgData name="Nirmal A R" userId="32edb04a36275dab" providerId="LiveId" clId="{B488D699-5DA1-4553-B1CC-B920E45010F1}" dt="2025-09-29T08:55:38.368" v="648" actId="26606"/>
          <ac:spMkLst>
            <pc:docMk/>
            <pc:sldMk cId="1834786562" sldId="287"/>
            <ac:spMk id="17" creationId="{7517A47C-B2E5-4B79-8061-D74B1311AF6E}"/>
          </ac:spMkLst>
        </pc:spChg>
        <pc:spChg chg="add del">
          <ac:chgData name="Nirmal A R" userId="32edb04a36275dab" providerId="LiveId" clId="{B488D699-5DA1-4553-B1CC-B920E45010F1}" dt="2025-09-29T08:55:38.368" v="648" actId="26606"/>
          <ac:spMkLst>
            <pc:docMk/>
            <pc:sldMk cId="1834786562" sldId="287"/>
            <ac:spMk id="18" creationId="{C505E780-2083-4CB5-A42A-5E0E2908ECC3}"/>
          </ac:spMkLst>
        </pc:spChg>
        <pc:spChg chg="add del">
          <ac:chgData name="Nirmal A R" userId="32edb04a36275dab" providerId="LiveId" clId="{B488D699-5DA1-4553-B1CC-B920E45010F1}" dt="2025-09-29T08:55:38.368" v="648" actId="26606"/>
          <ac:spMkLst>
            <pc:docMk/>
            <pc:sldMk cId="1834786562" sldId="287"/>
            <ac:spMk id="19" creationId="{D2C0AE1C-0118-41AE-8A10-7CDCBF10E96F}"/>
          </ac:spMkLst>
        </pc:spChg>
        <pc:spChg chg="add del">
          <ac:chgData name="Nirmal A R" userId="32edb04a36275dab" providerId="LiveId" clId="{B488D699-5DA1-4553-B1CC-B920E45010F1}" dt="2025-09-29T08:56:05.467" v="652" actId="26606"/>
          <ac:spMkLst>
            <pc:docMk/>
            <pc:sldMk cId="1834786562" sldId="287"/>
            <ac:spMk id="22" creationId="{DCC231C8-C761-4B31-9B1C-C6D19248C6B3}"/>
          </ac:spMkLst>
        </pc:spChg>
        <pc:spChg chg="add del">
          <ac:chgData name="Nirmal A R" userId="32edb04a36275dab" providerId="LiveId" clId="{B488D699-5DA1-4553-B1CC-B920E45010F1}" dt="2025-09-29T08:56:05.415" v="651" actId="26606"/>
          <ac:spMkLst>
            <pc:docMk/>
            <pc:sldMk cId="1834786562" sldId="287"/>
            <ac:spMk id="28" creationId="{6C4028FD-8BAA-4A19-BFDE-594D991B7552}"/>
          </ac:spMkLst>
        </pc:spChg>
        <pc:spChg chg="add">
          <ac:chgData name="Nirmal A R" userId="32edb04a36275dab" providerId="LiveId" clId="{B488D699-5DA1-4553-B1CC-B920E45010F1}" dt="2025-09-29T08:56:05.467" v="652" actId="26606"/>
          <ac:spMkLst>
            <pc:docMk/>
            <pc:sldMk cId="1834786562" sldId="287"/>
            <ac:spMk id="30" creationId="{066346BE-FDB4-4772-A696-0719490ABD64}"/>
          </ac:spMkLst>
        </pc:spChg>
        <pc:spChg chg="add">
          <ac:chgData name="Nirmal A R" userId="32edb04a36275dab" providerId="LiveId" clId="{B488D699-5DA1-4553-B1CC-B920E45010F1}" dt="2025-09-29T08:56:05.467" v="652" actId="26606"/>
          <ac:spMkLst>
            <pc:docMk/>
            <pc:sldMk cId="1834786562" sldId="287"/>
            <ac:spMk id="31" creationId="{81E1224E-6618-482E-BE87-321A7FC1CDE8}"/>
          </ac:spMkLst>
        </pc:spChg>
        <pc:spChg chg="add">
          <ac:chgData name="Nirmal A R" userId="32edb04a36275dab" providerId="LiveId" clId="{B488D699-5DA1-4553-B1CC-B920E45010F1}" dt="2025-09-29T08:56:05.467" v="652" actId="26606"/>
          <ac:spMkLst>
            <pc:docMk/>
            <pc:sldMk cId="1834786562" sldId="287"/>
            <ac:spMk id="32" creationId="{FB92FFCE-0C90-454E-AA25-D4EE9A6C39C5}"/>
          </ac:spMkLst>
        </pc:spChg>
        <pc:graphicFrameChg chg="add del">
          <ac:chgData name="Nirmal A R" userId="32edb04a36275dab" providerId="LiveId" clId="{B488D699-5DA1-4553-B1CC-B920E45010F1}" dt="2025-09-29T08:55:36.325" v="646" actId="26606"/>
          <ac:graphicFrameMkLst>
            <pc:docMk/>
            <pc:sldMk cId="1834786562" sldId="287"/>
            <ac:graphicFrameMk id="6" creationId="{BCB9C41B-15BA-AC5C-7139-49E02223CCE9}"/>
          </ac:graphicFrameMkLst>
        </pc:graphicFrameChg>
        <pc:graphicFrameChg chg="add del">
          <ac:chgData name="Nirmal A R" userId="32edb04a36275dab" providerId="LiveId" clId="{B488D699-5DA1-4553-B1CC-B920E45010F1}" dt="2025-09-29T08:55:38.368" v="648" actId="26606"/>
          <ac:graphicFrameMkLst>
            <pc:docMk/>
            <pc:sldMk cId="1834786562" sldId="287"/>
            <ac:graphicFrameMk id="20" creationId="{ECF43FC2-481F-BB8D-D7CC-59C1A5EE9CEB}"/>
          </ac:graphicFrameMkLst>
        </pc:graphicFrameChg>
        <pc:graphicFrameChg chg="add mod modGraphic">
          <ac:chgData name="Nirmal A R" userId="32edb04a36275dab" providerId="LiveId" clId="{B488D699-5DA1-4553-B1CC-B920E45010F1}" dt="2025-09-29T08:56:32.766" v="656" actId="1076"/>
          <ac:graphicFrameMkLst>
            <pc:docMk/>
            <pc:sldMk cId="1834786562" sldId="287"/>
            <ac:graphicFrameMk id="23" creationId="{2F8B44F4-932B-672F-D1CA-3585F0D0D5F6}"/>
          </ac:graphicFrameMkLst>
        </pc:graphicFrameChg>
      </pc:sldChg>
      <pc:sldChg chg="addSp delSp modSp new mod setBg">
        <pc:chgData name="Nirmal A R" userId="32edb04a36275dab" providerId="LiveId" clId="{B488D699-5DA1-4553-B1CC-B920E45010F1}" dt="2025-09-29T08:59:00.672" v="675" actId="26606"/>
        <pc:sldMkLst>
          <pc:docMk/>
          <pc:sldMk cId="2638794047" sldId="288"/>
        </pc:sldMkLst>
        <pc:spChg chg="mod">
          <ac:chgData name="Nirmal A R" userId="32edb04a36275dab" providerId="LiveId" clId="{B488D699-5DA1-4553-B1CC-B920E45010F1}" dt="2025-09-29T08:59:00.656" v="674" actId="26606"/>
          <ac:spMkLst>
            <pc:docMk/>
            <pc:sldMk cId="2638794047" sldId="288"/>
            <ac:spMk id="2" creationId="{FF1ADE92-7E72-7854-C5D5-F004BB434A7F}"/>
          </ac:spMkLst>
        </pc:spChg>
        <pc:spChg chg="del">
          <ac:chgData name="Nirmal A R" userId="32edb04a36275dab" providerId="LiveId" clId="{B488D699-5DA1-4553-B1CC-B920E45010F1}" dt="2025-09-29T08:57:01.789" v="659"/>
          <ac:spMkLst>
            <pc:docMk/>
            <pc:sldMk cId="2638794047" sldId="288"/>
            <ac:spMk id="3" creationId="{A027AA62-F700-858C-D267-CF953BE6C153}"/>
          </ac:spMkLst>
        </pc:spChg>
        <pc:spChg chg="mod">
          <ac:chgData name="Nirmal A R" userId="32edb04a36275dab" providerId="LiveId" clId="{B488D699-5DA1-4553-B1CC-B920E45010F1}" dt="2025-09-29T08:59:00.656" v="674" actId="26606"/>
          <ac:spMkLst>
            <pc:docMk/>
            <pc:sldMk cId="2638794047" sldId="288"/>
            <ac:spMk id="4" creationId="{D2220F32-D197-B8A0-4AC7-0064069D646C}"/>
          </ac:spMkLst>
        </pc:spChg>
        <pc:spChg chg="add del">
          <ac:chgData name="Nirmal A R" userId="32edb04a36275dab" providerId="LiveId" clId="{B488D699-5DA1-4553-B1CC-B920E45010F1}" dt="2025-09-29T08:58:06.083" v="666" actId="26606"/>
          <ac:spMkLst>
            <pc:docMk/>
            <pc:sldMk cId="2638794047" sldId="288"/>
            <ac:spMk id="10" creationId="{388F20F8-60BF-42FE-A252-DFD5A74451CA}"/>
          </ac:spMkLst>
        </pc:spChg>
        <pc:spChg chg="add del">
          <ac:chgData name="Nirmal A R" userId="32edb04a36275dab" providerId="LiveId" clId="{B488D699-5DA1-4553-B1CC-B920E45010F1}" dt="2025-09-29T08:58:06.083" v="666" actId="26606"/>
          <ac:spMkLst>
            <pc:docMk/>
            <pc:sldMk cId="2638794047" sldId="288"/>
            <ac:spMk id="12" creationId="{98A68847-134F-4AF1-B1C6-332344C9C90D}"/>
          </ac:spMkLst>
        </pc:spChg>
        <pc:spChg chg="add del">
          <ac:chgData name="Nirmal A R" userId="32edb04a36275dab" providerId="LiveId" clId="{B488D699-5DA1-4553-B1CC-B920E45010F1}" dt="2025-09-29T08:59:00.672" v="675" actId="26606"/>
          <ac:spMkLst>
            <pc:docMk/>
            <pc:sldMk cId="2638794047" sldId="288"/>
            <ac:spMk id="17" creationId="{BACC6370-2D7E-4714-9D71-7542949D7D5D}"/>
          </ac:spMkLst>
        </pc:spChg>
        <pc:spChg chg="add del">
          <ac:chgData name="Nirmal A R" userId="32edb04a36275dab" providerId="LiveId" clId="{B488D699-5DA1-4553-B1CC-B920E45010F1}" dt="2025-09-29T08:59:00.672" v="675" actId="26606"/>
          <ac:spMkLst>
            <pc:docMk/>
            <pc:sldMk cId="2638794047" sldId="288"/>
            <ac:spMk id="19" creationId="{F68B3F68-107C-434F-AA38-110D5EA91B85}"/>
          </ac:spMkLst>
        </pc:spChg>
        <pc:spChg chg="add del">
          <ac:chgData name="Nirmal A R" userId="32edb04a36275dab" providerId="LiveId" clId="{B488D699-5DA1-4553-B1CC-B920E45010F1}" dt="2025-09-29T08:59:00.672" v="675" actId="26606"/>
          <ac:spMkLst>
            <pc:docMk/>
            <pc:sldMk cId="2638794047" sldId="288"/>
            <ac:spMk id="21" creationId="{AAD0DBB9-1A4B-4391-81D4-CB19F9AB918A}"/>
          </ac:spMkLst>
        </pc:spChg>
        <pc:spChg chg="add del">
          <ac:chgData name="Nirmal A R" userId="32edb04a36275dab" providerId="LiveId" clId="{B488D699-5DA1-4553-B1CC-B920E45010F1}" dt="2025-09-29T08:59:00.672" v="675" actId="26606"/>
          <ac:spMkLst>
            <pc:docMk/>
            <pc:sldMk cId="2638794047" sldId="288"/>
            <ac:spMk id="23" creationId="{063BBA22-50EA-4C4D-BE05-F1CE4E63AA56}"/>
          </ac:spMkLst>
        </pc:spChg>
        <pc:spChg chg="add del">
          <ac:chgData name="Nirmal A R" userId="32edb04a36275dab" providerId="LiveId" clId="{B488D699-5DA1-4553-B1CC-B920E45010F1}" dt="2025-09-29T08:58:57.955" v="672" actId="26606"/>
          <ac:spMkLst>
            <pc:docMk/>
            <pc:sldMk cId="2638794047" sldId="288"/>
            <ac:spMk id="28" creationId="{70DFC902-7D23-471A-B557-B6B6917D7A0D}"/>
          </ac:spMkLst>
        </pc:spChg>
        <pc:spChg chg="add del">
          <ac:chgData name="Nirmal A R" userId="32edb04a36275dab" providerId="LiveId" clId="{B488D699-5DA1-4553-B1CC-B920E45010F1}" dt="2025-09-29T08:58:57.955" v="672" actId="26606"/>
          <ac:spMkLst>
            <pc:docMk/>
            <pc:sldMk cId="2638794047" sldId="288"/>
            <ac:spMk id="30" creationId="{A55D5633-D557-4DCA-982C-FF36EB7A1C00}"/>
          </ac:spMkLst>
        </pc:spChg>
        <pc:spChg chg="add del">
          <ac:chgData name="Nirmal A R" userId="32edb04a36275dab" providerId="LiveId" clId="{B488D699-5DA1-4553-B1CC-B920E45010F1}" dt="2025-09-29T08:59:00.656" v="674" actId="26606"/>
          <ac:spMkLst>
            <pc:docMk/>
            <pc:sldMk cId="2638794047" sldId="288"/>
            <ac:spMk id="32" creationId="{84A8DE83-DE75-4B41-9DB4-A7EC0B0DEC0B}"/>
          </ac:spMkLst>
        </pc:spChg>
        <pc:spChg chg="add del">
          <ac:chgData name="Nirmal A R" userId="32edb04a36275dab" providerId="LiveId" clId="{B488D699-5DA1-4553-B1CC-B920E45010F1}" dt="2025-09-29T08:59:00.656" v="674" actId="26606"/>
          <ac:spMkLst>
            <pc:docMk/>
            <pc:sldMk cId="2638794047" sldId="288"/>
            <ac:spMk id="33" creationId="{A8384FB5-9ADC-4DDC-881B-597D56F5B15D}"/>
          </ac:spMkLst>
        </pc:spChg>
        <pc:spChg chg="add del">
          <ac:chgData name="Nirmal A R" userId="32edb04a36275dab" providerId="LiveId" clId="{B488D699-5DA1-4553-B1CC-B920E45010F1}" dt="2025-09-29T08:59:00.656" v="674" actId="26606"/>
          <ac:spMkLst>
            <pc:docMk/>
            <pc:sldMk cId="2638794047" sldId="288"/>
            <ac:spMk id="34" creationId="{A7009A0A-BEF5-4EAC-AF15-E4F9F002E239}"/>
          </ac:spMkLst>
        </pc:spChg>
        <pc:spChg chg="add del">
          <ac:chgData name="Nirmal A R" userId="32edb04a36275dab" providerId="LiveId" clId="{B488D699-5DA1-4553-B1CC-B920E45010F1}" dt="2025-09-29T08:59:00.656" v="674" actId="26606"/>
          <ac:spMkLst>
            <pc:docMk/>
            <pc:sldMk cId="2638794047" sldId="288"/>
            <ac:spMk id="35" creationId="{1199E1B1-A8C0-4FE8-A5A8-1CB41D69F857}"/>
          </ac:spMkLst>
        </pc:spChg>
        <pc:spChg chg="add">
          <ac:chgData name="Nirmal A R" userId="32edb04a36275dab" providerId="LiveId" clId="{B488D699-5DA1-4553-B1CC-B920E45010F1}" dt="2025-09-29T08:59:00.672" v="675" actId="26606"/>
          <ac:spMkLst>
            <pc:docMk/>
            <pc:sldMk cId="2638794047" sldId="288"/>
            <ac:spMk id="37" creationId="{BACC6370-2D7E-4714-9D71-7542949D7D5D}"/>
          </ac:spMkLst>
        </pc:spChg>
        <pc:spChg chg="add">
          <ac:chgData name="Nirmal A R" userId="32edb04a36275dab" providerId="LiveId" clId="{B488D699-5DA1-4553-B1CC-B920E45010F1}" dt="2025-09-29T08:59:00.672" v="675" actId="26606"/>
          <ac:spMkLst>
            <pc:docMk/>
            <pc:sldMk cId="2638794047" sldId="288"/>
            <ac:spMk id="38" creationId="{F68B3F68-107C-434F-AA38-110D5EA91B85}"/>
          </ac:spMkLst>
        </pc:spChg>
        <pc:spChg chg="add">
          <ac:chgData name="Nirmal A R" userId="32edb04a36275dab" providerId="LiveId" clId="{B488D699-5DA1-4553-B1CC-B920E45010F1}" dt="2025-09-29T08:59:00.672" v="675" actId="26606"/>
          <ac:spMkLst>
            <pc:docMk/>
            <pc:sldMk cId="2638794047" sldId="288"/>
            <ac:spMk id="39" creationId="{AAD0DBB9-1A4B-4391-81D4-CB19F9AB918A}"/>
          </ac:spMkLst>
        </pc:spChg>
        <pc:spChg chg="add">
          <ac:chgData name="Nirmal A R" userId="32edb04a36275dab" providerId="LiveId" clId="{B488D699-5DA1-4553-B1CC-B920E45010F1}" dt="2025-09-29T08:59:00.672" v="675" actId="26606"/>
          <ac:spMkLst>
            <pc:docMk/>
            <pc:sldMk cId="2638794047" sldId="288"/>
            <ac:spMk id="40" creationId="{063BBA22-50EA-4C4D-BE05-F1CE4E63AA56}"/>
          </ac:spMkLst>
        </pc:spChg>
        <pc:graphicFrameChg chg="add mod ord modGraphic">
          <ac:chgData name="Nirmal A R" userId="32edb04a36275dab" providerId="LiveId" clId="{B488D699-5DA1-4553-B1CC-B920E45010F1}" dt="2025-09-29T08:59:00.672" v="675" actId="26606"/>
          <ac:graphicFrameMkLst>
            <pc:docMk/>
            <pc:sldMk cId="2638794047" sldId="288"/>
            <ac:graphicFrameMk id="5" creationId="{1BF1D07A-3790-7446-B26C-50478890337A}"/>
          </ac:graphicFrameMkLst>
        </pc:graphicFrameChg>
      </pc:sldChg>
      <pc:sldChg chg="addSp delSp modSp new mod setBg setClrOvrMap">
        <pc:chgData name="Nirmal A R" userId="32edb04a36275dab" providerId="LiveId" clId="{B488D699-5DA1-4553-B1CC-B920E45010F1}" dt="2025-09-29T09:02:12.840" v="691" actId="13782"/>
        <pc:sldMkLst>
          <pc:docMk/>
          <pc:sldMk cId="159893864" sldId="289"/>
        </pc:sldMkLst>
        <pc:spChg chg="mod">
          <ac:chgData name="Nirmal A R" userId="32edb04a36275dab" providerId="LiveId" clId="{B488D699-5DA1-4553-B1CC-B920E45010F1}" dt="2025-09-29T09:01:07.614" v="685" actId="26606"/>
          <ac:spMkLst>
            <pc:docMk/>
            <pc:sldMk cId="159893864" sldId="289"/>
            <ac:spMk id="2" creationId="{F8D186B6-6D2C-563A-4B92-E631AD9E01F5}"/>
          </ac:spMkLst>
        </pc:spChg>
        <pc:spChg chg="del mod">
          <ac:chgData name="Nirmal A R" userId="32edb04a36275dab" providerId="LiveId" clId="{B488D699-5DA1-4553-B1CC-B920E45010F1}" dt="2025-09-29T09:00:28.111" v="682" actId="26606"/>
          <ac:spMkLst>
            <pc:docMk/>
            <pc:sldMk cId="159893864" sldId="289"/>
            <ac:spMk id="3" creationId="{B8FEA334-9A40-97D2-476E-16EE65062754}"/>
          </ac:spMkLst>
        </pc:spChg>
        <pc:spChg chg="mod">
          <ac:chgData name="Nirmal A R" userId="32edb04a36275dab" providerId="LiveId" clId="{B488D699-5DA1-4553-B1CC-B920E45010F1}" dt="2025-09-29T09:01:07.614" v="685" actId="26606"/>
          <ac:spMkLst>
            <pc:docMk/>
            <pc:sldMk cId="159893864" sldId="289"/>
            <ac:spMk id="4" creationId="{301B88F9-DD1A-60D0-4140-8E9FB848DF66}"/>
          </ac:spMkLst>
        </pc:spChg>
        <pc:spChg chg="add del">
          <ac:chgData name="Nirmal A R" userId="32edb04a36275dab" providerId="LiveId" clId="{B488D699-5DA1-4553-B1CC-B920E45010F1}" dt="2025-09-29T09:01:07.614" v="685" actId="26606"/>
          <ac:spMkLst>
            <pc:docMk/>
            <pc:sldMk cId="159893864" sldId="289"/>
            <ac:spMk id="10" creationId="{BACC6370-2D7E-4714-9D71-7542949D7D5D}"/>
          </ac:spMkLst>
        </pc:spChg>
        <pc:spChg chg="add del">
          <ac:chgData name="Nirmal A R" userId="32edb04a36275dab" providerId="LiveId" clId="{B488D699-5DA1-4553-B1CC-B920E45010F1}" dt="2025-09-29T09:01:07.614" v="685" actId="26606"/>
          <ac:spMkLst>
            <pc:docMk/>
            <pc:sldMk cId="159893864" sldId="289"/>
            <ac:spMk id="12" creationId="{F68B3F68-107C-434F-AA38-110D5EA91B85}"/>
          </ac:spMkLst>
        </pc:spChg>
        <pc:spChg chg="add del">
          <ac:chgData name="Nirmal A R" userId="32edb04a36275dab" providerId="LiveId" clId="{B488D699-5DA1-4553-B1CC-B920E45010F1}" dt="2025-09-29T09:01:07.614" v="685" actId="26606"/>
          <ac:spMkLst>
            <pc:docMk/>
            <pc:sldMk cId="159893864" sldId="289"/>
            <ac:spMk id="14" creationId="{AAD0DBB9-1A4B-4391-81D4-CB19F9AB918A}"/>
          </ac:spMkLst>
        </pc:spChg>
        <pc:spChg chg="add del">
          <ac:chgData name="Nirmal A R" userId="32edb04a36275dab" providerId="LiveId" clId="{B488D699-5DA1-4553-B1CC-B920E45010F1}" dt="2025-09-29T09:01:07.614" v="685" actId="26606"/>
          <ac:spMkLst>
            <pc:docMk/>
            <pc:sldMk cId="159893864" sldId="289"/>
            <ac:spMk id="16" creationId="{063BBA22-50EA-4C4D-BE05-F1CE4E63AA56}"/>
          </ac:spMkLst>
        </pc:spChg>
        <pc:spChg chg="add">
          <ac:chgData name="Nirmal A R" userId="32edb04a36275dab" providerId="LiveId" clId="{B488D699-5DA1-4553-B1CC-B920E45010F1}" dt="2025-09-29T09:01:07.614" v="685" actId="26606"/>
          <ac:spMkLst>
            <pc:docMk/>
            <pc:sldMk cId="159893864" sldId="289"/>
            <ac:spMk id="21" creationId="{A3EFF7B1-6CB7-47D1-AD37-B870CA2B2151}"/>
          </ac:spMkLst>
        </pc:spChg>
        <pc:spChg chg="add">
          <ac:chgData name="Nirmal A R" userId="32edb04a36275dab" providerId="LiveId" clId="{B488D699-5DA1-4553-B1CC-B920E45010F1}" dt="2025-09-29T09:01:07.614" v="685" actId="26606"/>
          <ac:spMkLst>
            <pc:docMk/>
            <pc:sldMk cId="159893864" sldId="289"/>
            <ac:spMk id="23" creationId="{7FA2962B-21B6-4689-A95D-A8FF6ADE47F1}"/>
          </ac:spMkLst>
        </pc:spChg>
        <pc:spChg chg="add">
          <ac:chgData name="Nirmal A R" userId="32edb04a36275dab" providerId="LiveId" clId="{B488D699-5DA1-4553-B1CC-B920E45010F1}" dt="2025-09-29T09:01:07.614" v="685" actId="26606"/>
          <ac:spMkLst>
            <pc:docMk/>
            <pc:sldMk cId="159893864" sldId="289"/>
            <ac:spMk id="39" creationId="{A00D2CE1-35C1-46E6-BD59-CEE668BD90F4}"/>
          </ac:spMkLst>
        </pc:spChg>
        <pc:spChg chg="add">
          <ac:chgData name="Nirmal A R" userId="32edb04a36275dab" providerId="LiveId" clId="{B488D699-5DA1-4553-B1CC-B920E45010F1}" dt="2025-09-29T09:01:07.614" v="685" actId="26606"/>
          <ac:spMkLst>
            <pc:docMk/>
            <pc:sldMk cId="159893864" sldId="289"/>
            <ac:spMk id="47" creationId="{E18403B7-F2C7-4C07-8522-21C31910902C}"/>
          </ac:spMkLst>
        </pc:spChg>
        <pc:graphicFrameChg chg="add mod">
          <ac:chgData name="Nirmal A R" userId="32edb04a36275dab" providerId="LiveId" clId="{B488D699-5DA1-4553-B1CC-B920E45010F1}" dt="2025-09-29T09:02:12.840" v="691" actId="13782"/>
          <ac:graphicFrameMkLst>
            <pc:docMk/>
            <pc:sldMk cId="159893864" sldId="289"/>
            <ac:graphicFrameMk id="6" creationId="{8B06E280-1CC0-64B1-AF15-591ABB68BBFA}"/>
          </ac:graphicFrameMkLst>
        </pc:graphicFrameChg>
      </pc:sldChg>
      <pc:sldChg chg="addSp delSp modSp new mod setBg setClrOvrMap">
        <pc:chgData name="Nirmal A R" userId="32edb04a36275dab" providerId="LiveId" clId="{B488D699-5DA1-4553-B1CC-B920E45010F1}" dt="2025-09-29T09:04:49.922" v="705" actId="1076"/>
        <pc:sldMkLst>
          <pc:docMk/>
          <pc:sldMk cId="2587002127" sldId="290"/>
        </pc:sldMkLst>
        <pc:spChg chg="mod">
          <ac:chgData name="Nirmal A R" userId="32edb04a36275dab" providerId="LiveId" clId="{B488D699-5DA1-4553-B1CC-B920E45010F1}" dt="2025-09-29T09:04:14.759" v="698" actId="26606"/>
          <ac:spMkLst>
            <pc:docMk/>
            <pc:sldMk cId="2587002127" sldId="290"/>
            <ac:spMk id="2" creationId="{6231FB88-0CB7-B1F1-0AFE-7296DEB8C704}"/>
          </ac:spMkLst>
        </pc:spChg>
        <pc:spChg chg="del mod">
          <ac:chgData name="Nirmal A R" userId="32edb04a36275dab" providerId="LiveId" clId="{B488D699-5DA1-4553-B1CC-B920E45010F1}" dt="2025-09-29T09:04:14.759" v="698" actId="26606"/>
          <ac:spMkLst>
            <pc:docMk/>
            <pc:sldMk cId="2587002127" sldId="290"/>
            <ac:spMk id="3" creationId="{C94AF213-6D02-6C3B-121D-60215FE7BB21}"/>
          </ac:spMkLst>
        </pc:spChg>
        <pc:spChg chg="mod">
          <ac:chgData name="Nirmal A R" userId="32edb04a36275dab" providerId="LiveId" clId="{B488D699-5DA1-4553-B1CC-B920E45010F1}" dt="2025-09-29T09:04:14.759" v="698" actId="26606"/>
          <ac:spMkLst>
            <pc:docMk/>
            <pc:sldMk cId="2587002127" sldId="290"/>
            <ac:spMk id="4" creationId="{59863022-FA0A-C455-5CAC-50B6723A5FE3}"/>
          </ac:spMkLst>
        </pc:spChg>
        <pc:spChg chg="add">
          <ac:chgData name="Nirmal A R" userId="32edb04a36275dab" providerId="LiveId" clId="{B488D699-5DA1-4553-B1CC-B920E45010F1}" dt="2025-09-29T09:04:14.759" v="698" actId="26606"/>
          <ac:spMkLst>
            <pc:docMk/>
            <pc:sldMk cId="2587002127" sldId="290"/>
            <ac:spMk id="10" creationId="{A3EFF7B1-6CB7-47D1-AD37-B870CA2B2151}"/>
          </ac:spMkLst>
        </pc:spChg>
        <pc:spChg chg="add">
          <ac:chgData name="Nirmal A R" userId="32edb04a36275dab" providerId="LiveId" clId="{B488D699-5DA1-4553-B1CC-B920E45010F1}" dt="2025-09-29T09:04:14.759" v="698" actId="26606"/>
          <ac:spMkLst>
            <pc:docMk/>
            <pc:sldMk cId="2587002127" sldId="290"/>
            <ac:spMk id="12" creationId="{7FA2962B-21B6-4689-A95D-A8FF6ADE47F1}"/>
          </ac:spMkLst>
        </pc:spChg>
        <pc:spChg chg="add">
          <ac:chgData name="Nirmal A R" userId="32edb04a36275dab" providerId="LiveId" clId="{B488D699-5DA1-4553-B1CC-B920E45010F1}" dt="2025-09-29T09:04:14.759" v="698" actId="26606"/>
          <ac:spMkLst>
            <pc:docMk/>
            <pc:sldMk cId="2587002127" sldId="290"/>
            <ac:spMk id="28" creationId="{A00D2CE1-35C1-46E6-BD59-CEE668BD90F4}"/>
          </ac:spMkLst>
        </pc:spChg>
        <pc:spChg chg="add">
          <ac:chgData name="Nirmal A R" userId="32edb04a36275dab" providerId="LiveId" clId="{B488D699-5DA1-4553-B1CC-B920E45010F1}" dt="2025-09-29T09:04:14.759" v="698" actId="26606"/>
          <ac:spMkLst>
            <pc:docMk/>
            <pc:sldMk cId="2587002127" sldId="290"/>
            <ac:spMk id="36" creationId="{E18403B7-F2C7-4C07-8522-21C31910902C}"/>
          </ac:spMkLst>
        </pc:spChg>
        <pc:grpChg chg="add">
          <ac:chgData name="Nirmal A R" userId="32edb04a36275dab" providerId="LiveId" clId="{B488D699-5DA1-4553-B1CC-B920E45010F1}" dt="2025-09-29T09:04:14.759" v="698" actId="26606"/>
          <ac:grpSpMkLst>
            <pc:docMk/>
            <pc:sldMk cId="2587002127" sldId="290"/>
            <ac:grpSpMk id="14" creationId="{A745280D-ED36-41FE-8EB1-CE597C99CFE8}"/>
          </ac:grpSpMkLst>
        </pc:grpChg>
        <pc:grpChg chg="add">
          <ac:chgData name="Nirmal A R" userId="32edb04a36275dab" providerId="LiveId" clId="{B488D699-5DA1-4553-B1CC-B920E45010F1}" dt="2025-09-29T09:04:14.759" v="698" actId="26606"/>
          <ac:grpSpMkLst>
            <pc:docMk/>
            <pc:sldMk cId="2587002127" sldId="290"/>
            <ac:grpSpMk id="30" creationId="{A58DCE86-9AE1-46D1-96D6-04B8B3EDF6FA}"/>
          </ac:grpSpMkLst>
        </pc:grpChg>
        <pc:graphicFrameChg chg="add mod">
          <ac:chgData name="Nirmal A R" userId="32edb04a36275dab" providerId="LiveId" clId="{B488D699-5DA1-4553-B1CC-B920E45010F1}" dt="2025-09-29T09:04:49.922" v="705" actId="1076"/>
          <ac:graphicFrameMkLst>
            <pc:docMk/>
            <pc:sldMk cId="2587002127" sldId="290"/>
            <ac:graphicFrameMk id="6" creationId="{601C1F14-F7A6-4A14-3343-DEB25822D1E9}"/>
          </ac:graphicFrameMkLst>
        </pc:graphicFrameChg>
      </pc:sldChg>
      <pc:sldChg chg="addSp modSp new mod setBg">
        <pc:chgData name="Nirmal A R" userId="32edb04a36275dab" providerId="LiveId" clId="{B488D699-5DA1-4553-B1CC-B920E45010F1}" dt="2025-09-29T09:06:25.760" v="717" actId="1076"/>
        <pc:sldMkLst>
          <pc:docMk/>
          <pc:sldMk cId="2142937254" sldId="291"/>
        </pc:sldMkLst>
        <pc:spChg chg="mod">
          <ac:chgData name="Nirmal A R" userId="32edb04a36275dab" providerId="LiveId" clId="{B488D699-5DA1-4553-B1CC-B920E45010F1}" dt="2025-09-29T09:06:25.760" v="717" actId="1076"/>
          <ac:spMkLst>
            <pc:docMk/>
            <pc:sldMk cId="2142937254" sldId="291"/>
            <ac:spMk id="2" creationId="{A8C161CC-54B9-18F9-D58E-78AB97D3C3DE}"/>
          </ac:spMkLst>
        </pc:spChg>
        <pc:spChg chg="mod">
          <ac:chgData name="Nirmal A R" userId="32edb04a36275dab" providerId="LiveId" clId="{B488D699-5DA1-4553-B1CC-B920E45010F1}" dt="2025-09-29T09:06:22.690" v="716" actId="26606"/>
          <ac:spMkLst>
            <pc:docMk/>
            <pc:sldMk cId="2142937254" sldId="291"/>
            <ac:spMk id="3" creationId="{ADFC1BAD-09A4-2981-B531-FC0337153AFD}"/>
          </ac:spMkLst>
        </pc:spChg>
        <pc:spChg chg="mod">
          <ac:chgData name="Nirmal A R" userId="32edb04a36275dab" providerId="LiveId" clId="{B488D699-5DA1-4553-B1CC-B920E45010F1}" dt="2025-09-29T09:06:22.690" v="716" actId="26606"/>
          <ac:spMkLst>
            <pc:docMk/>
            <pc:sldMk cId="2142937254" sldId="291"/>
            <ac:spMk id="4" creationId="{21C2C2A5-11E4-E1E1-9E58-1BDAA37CA8D0}"/>
          </ac:spMkLst>
        </pc:spChg>
        <pc:spChg chg="add">
          <ac:chgData name="Nirmal A R" userId="32edb04a36275dab" providerId="LiveId" clId="{B488D699-5DA1-4553-B1CC-B920E45010F1}" dt="2025-09-29T09:06:22.690" v="716" actId="26606"/>
          <ac:spMkLst>
            <pc:docMk/>
            <pc:sldMk cId="2142937254" sldId="291"/>
            <ac:spMk id="9" creationId="{1B15ED52-F352-441B-82BF-E0EA34836D08}"/>
          </ac:spMkLst>
        </pc:spChg>
        <pc:spChg chg="add">
          <ac:chgData name="Nirmal A R" userId="32edb04a36275dab" providerId="LiveId" clId="{B488D699-5DA1-4553-B1CC-B920E45010F1}" dt="2025-09-29T09:06:22.690" v="716" actId="26606"/>
          <ac:spMkLst>
            <pc:docMk/>
            <pc:sldMk cId="2142937254" sldId="291"/>
            <ac:spMk id="11" creationId="{3B2E3793-BFE6-45A2-9B7B-E18844431C99}"/>
          </ac:spMkLst>
        </pc:spChg>
        <pc:spChg chg="add">
          <ac:chgData name="Nirmal A R" userId="32edb04a36275dab" providerId="LiveId" clId="{B488D699-5DA1-4553-B1CC-B920E45010F1}" dt="2025-09-29T09:06:22.690" v="716" actId="26606"/>
          <ac:spMkLst>
            <pc:docMk/>
            <pc:sldMk cId="2142937254" sldId="291"/>
            <ac:spMk id="13" creationId="{BC4C4868-CB8F-4AF9-9CDB-8108F2C19B67}"/>
          </ac:spMkLst>
        </pc:spChg>
        <pc:spChg chg="add">
          <ac:chgData name="Nirmal A R" userId="32edb04a36275dab" providerId="LiveId" clId="{B488D699-5DA1-4553-B1CC-B920E45010F1}" dt="2025-09-29T09:06:22.690" v="716" actId="26606"/>
          <ac:spMkLst>
            <pc:docMk/>
            <pc:sldMk cId="2142937254" sldId="291"/>
            <ac:spMk id="15" creationId="{375E0459-6403-40CD-989D-56A4407CA12E}"/>
          </ac:spMkLst>
        </pc:spChg>
        <pc:spChg chg="add">
          <ac:chgData name="Nirmal A R" userId="32edb04a36275dab" providerId="LiveId" clId="{B488D699-5DA1-4553-B1CC-B920E45010F1}" dt="2025-09-29T09:06:22.690" v="716" actId="26606"/>
          <ac:spMkLst>
            <pc:docMk/>
            <pc:sldMk cId="2142937254" sldId="291"/>
            <ac:spMk id="17" creationId="{53E5B1A8-3AC9-4BD1-9BBC-78CA94F2D1BA}"/>
          </ac:spMkLst>
        </pc:spChg>
      </pc:sldChg>
      <pc:sldChg chg="addSp delSp modSp new mod setBg setClrOvrMap">
        <pc:chgData name="Nirmal A R" userId="32edb04a36275dab" providerId="LiveId" clId="{B488D699-5DA1-4553-B1CC-B920E45010F1}" dt="2025-09-29T09:07:34.538" v="729" actId="12100"/>
        <pc:sldMkLst>
          <pc:docMk/>
          <pc:sldMk cId="1346163927" sldId="292"/>
        </pc:sldMkLst>
        <pc:spChg chg="mod">
          <ac:chgData name="Nirmal A R" userId="32edb04a36275dab" providerId="LiveId" clId="{B488D699-5DA1-4553-B1CC-B920E45010F1}" dt="2025-09-29T09:07:29.022" v="728" actId="26606"/>
          <ac:spMkLst>
            <pc:docMk/>
            <pc:sldMk cId="1346163927" sldId="292"/>
            <ac:spMk id="2" creationId="{D29EDA0C-AA81-16E7-486B-D3D1CA458836}"/>
          </ac:spMkLst>
        </pc:spChg>
        <pc:spChg chg="del mod">
          <ac:chgData name="Nirmal A R" userId="32edb04a36275dab" providerId="LiveId" clId="{B488D699-5DA1-4553-B1CC-B920E45010F1}" dt="2025-09-29T09:07:29.022" v="728" actId="26606"/>
          <ac:spMkLst>
            <pc:docMk/>
            <pc:sldMk cId="1346163927" sldId="292"/>
            <ac:spMk id="3" creationId="{8617356D-4BC2-DFA6-98C3-B2559146F62F}"/>
          </ac:spMkLst>
        </pc:spChg>
        <pc:spChg chg="mod">
          <ac:chgData name="Nirmal A R" userId="32edb04a36275dab" providerId="LiveId" clId="{B488D699-5DA1-4553-B1CC-B920E45010F1}" dt="2025-09-29T09:07:29.022" v="728" actId="26606"/>
          <ac:spMkLst>
            <pc:docMk/>
            <pc:sldMk cId="1346163927" sldId="292"/>
            <ac:spMk id="4" creationId="{91DEB9F3-70EE-942B-5C7E-311F84C19D5B}"/>
          </ac:spMkLst>
        </pc:spChg>
        <pc:spChg chg="add">
          <ac:chgData name="Nirmal A R" userId="32edb04a36275dab" providerId="LiveId" clId="{B488D699-5DA1-4553-B1CC-B920E45010F1}" dt="2025-09-29T09:07:29.022" v="728" actId="26606"/>
          <ac:spMkLst>
            <pc:docMk/>
            <pc:sldMk cId="1346163927" sldId="292"/>
            <ac:spMk id="10" creationId="{A3EFF7B1-6CB7-47D1-AD37-B870CA2B2151}"/>
          </ac:spMkLst>
        </pc:spChg>
        <pc:spChg chg="add">
          <ac:chgData name="Nirmal A R" userId="32edb04a36275dab" providerId="LiveId" clId="{B488D699-5DA1-4553-B1CC-B920E45010F1}" dt="2025-09-29T09:07:29.022" v="728" actId="26606"/>
          <ac:spMkLst>
            <pc:docMk/>
            <pc:sldMk cId="1346163927" sldId="292"/>
            <ac:spMk id="12" creationId="{7FA2962B-21B6-4689-A95D-A8FF6ADE47F1}"/>
          </ac:spMkLst>
        </pc:spChg>
        <pc:spChg chg="add">
          <ac:chgData name="Nirmal A R" userId="32edb04a36275dab" providerId="LiveId" clId="{B488D699-5DA1-4553-B1CC-B920E45010F1}" dt="2025-09-29T09:07:29.022" v="728" actId="26606"/>
          <ac:spMkLst>
            <pc:docMk/>
            <pc:sldMk cId="1346163927" sldId="292"/>
            <ac:spMk id="28" creationId="{A00D2CE1-35C1-46E6-BD59-CEE668BD90F4}"/>
          </ac:spMkLst>
        </pc:spChg>
        <pc:spChg chg="add">
          <ac:chgData name="Nirmal A R" userId="32edb04a36275dab" providerId="LiveId" clId="{B488D699-5DA1-4553-B1CC-B920E45010F1}" dt="2025-09-29T09:07:29.022" v="728" actId="26606"/>
          <ac:spMkLst>
            <pc:docMk/>
            <pc:sldMk cId="1346163927" sldId="292"/>
            <ac:spMk id="36" creationId="{E18403B7-F2C7-4C07-8522-21C31910902C}"/>
          </ac:spMkLst>
        </pc:spChg>
        <pc:grpChg chg="add">
          <ac:chgData name="Nirmal A R" userId="32edb04a36275dab" providerId="LiveId" clId="{B488D699-5DA1-4553-B1CC-B920E45010F1}" dt="2025-09-29T09:07:29.022" v="728" actId="26606"/>
          <ac:grpSpMkLst>
            <pc:docMk/>
            <pc:sldMk cId="1346163927" sldId="292"/>
            <ac:grpSpMk id="20" creationId="{80E95A5C-1E97-41C3-9DEC-245FF6DEBF1F}"/>
          </ac:grpSpMkLst>
        </pc:grpChg>
        <pc:grpChg chg="add">
          <ac:chgData name="Nirmal A R" userId="32edb04a36275dab" providerId="LiveId" clId="{B488D699-5DA1-4553-B1CC-B920E45010F1}" dt="2025-09-29T09:07:29.022" v="728" actId="26606"/>
          <ac:grpSpMkLst>
            <pc:docMk/>
            <pc:sldMk cId="1346163927" sldId="292"/>
            <ac:grpSpMk id="38" creationId="{23B58CC6-A99E-43AF-A467-256F19287FB8}"/>
          </ac:grpSpMkLst>
        </pc:grpChg>
        <pc:graphicFrameChg chg="add mod">
          <ac:chgData name="Nirmal A R" userId="32edb04a36275dab" providerId="LiveId" clId="{B488D699-5DA1-4553-B1CC-B920E45010F1}" dt="2025-09-29T09:07:34.538" v="729" actId="12100"/>
          <ac:graphicFrameMkLst>
            <pc:docMk/>
            <pc:sldMk cId="1346163927" sldId="292"/>
            <ac:graphicFrameMk id="6" creationId="{9AC1CDD6-F69E-C9C1-0926-51E49B82876F}"/>
          </ac:graphicFrameMkLst>
        </pc:graphicFrameChg>
      </pc:sldChg>
      <pc:sldChg chg="addSp delSp modSp new mod setBg">
        <pc:chgData name="Nirmal A R" userId="32edb04a36275dab" providerId="LiveId" clId="{B488D699-5DA1-4553-B1CC-B920E45010F1}" dt="2025-09-29T09:10:44.313" v="749" actId="1076"/>
        <pc:sldMkLst>
          <pc:docMk/>
          <pc:sldMk cId="2541763548" sldId="293"/>
        </pc:sldMkLst>
        <pc:spChg chg="mod ord">
          <ac:chgData name="Nirmal A R" userId="32edb04a36275dab" providerId="LiveId" clId="{B488D699-5DA1-4553-B1CC-B920E45010F1}" dt="2025-09-29T09:10:44.313" v="749" actId="1076"/>
          <ac:spMkLst>
            <pc:docMk/>
            <pc:sldMk cId="2541763548" sldId="293"/>
            <ac:spMk id="2" creationId="{99CF3E39-C342-4675-FD41-55354934428F}"/>
          </ac:spMkLst>
        </pc:spChg>
        <pc:spChg chg="mod">
          <ac:chgData name="Nirmal A R" userId="32edb04a36275dab" providerId="LiveId" clId="{B488D699-5DA1-4553-B1CC-B920E45010F1}" dt="2025-09-29T09:10:23.296" v="743" actId="26606"/>
          <ac:spMkLst>
            <pc:docMk/>
            <pc:sldMk cId="2541763548" sldId="293"/>
            <ac:spMk id="3" creationId="{ACFCBAD7-3EAD-255A-FB1B-A9AF62E10A4D}"/>
          </ac:spMkLst>
        </pc:spChg>
        <pc:spChg chg="mod">
          <ac:chgData name="Nirmal A R" userId="32edb04a36275dab" providerId="LiveId" clId="{B488D699-5DA1-4553-B1CC-B920E45010F1}" dt="2025-09-29T09:10:23.296" v="743" actId="26606"/>
          <ac:spMkLst>
            <pc:docMk/>
            <pc:sldMk cId="2541763548" sldId="293"/>
            <ac:spMk id="4" creationId="{7C19B678-E728-04C6-03FA-0871E42AEB5C}"/>
          </ac:spMkLst>
        </pc:spChg>
        <pc:spChg chg="add del">
          <ac:chgData name="Nirmal A R" userId="32edb04a36275dab" providerId="LiveId" clId="{B488D699-5DA1-4553-B1CC-B920E45010F1}" dt="2025-09-29T09:09:17.590" v="739" actId="26606"/>
          <ac:spMkLst>
            <pc:docMk/>
            <pc:sldMk cId="2541763548" sldId="293"/>
            <ac:spMk id="10" creationId="{E51BA4DF-2BD4-4EC2-B1DB-B27C8AC71864}"/>
          </ac:spMkLst>
        </pc:spChg>
        <pc:spChg chg="add del">
          <ac:chgData name="Nirmal A R" userId="32edb04a36275dab" providerId="LiveId" clId="{B488D699-5DA1-4553-B1CC-B920E45010F1}" dt="2025-09-29T09:09:30.328" v="740" actId="26606"/>
          <ac:spMkLst>
            <pc:docMk/>
            <pc:sldMk cId="2541763548" sldId="293"/>
            <ac:spMk id="15" creationId="{3ECBE1F1-D69B-4AFA-ABD5-8E41720EF6DE}"/>
          </ac:spMkLst>
        </pc:spChg>
        <pc:spChg chg="add del">
          <ac:chgData name="Nirmal A R" userId="32edb04a36275dab" providerId="LiveId" clId="{B488D699-5DA1-4553-B1CC-B920E45010F1}" dt="2025-09-29T09:09:30.328" v="740" actId="26606"/>
          <ac:spMkLst>
            <pc:docMk/>
            <pc:sldMk cId="2541763548" sldId="293"/>
            <ac:spMk id="17" creationId="{603A6265-E10C-4B85-9C20-E75FCAF9CC63}"/>
          </ac:spMkLst>
        </pc:spChg>
        <pc:spChg chg="add del">
          <ac:chgData name="Nirmal A R" userId="32edb04a36275dab" providerId="LiveId" clId="{B488D699-5DA1-4553-B1CC-B920E45010F1}" dt="2025-09-29T09:10:23.296" v="743" actId="26606"/>
          <ac:spMkLst>
            <pc:docMk/>
            <pc:sldMk cId="2541763548" sldId="293"/>
            <ac:spMk id="22" creationId="{E51BA4DF-2BD4-4EC2-B1DB-B27C8AC71864}"/>
          </ac:spMkLst>
        </pc:spChg>
        <pc:spChg chg="add del">
          <ac:chgData name="Nirmal A R" userId="32edb04a36275dab" providerId="LiveId" clId="{B488D699-5DA1-4553-B1CC-B920E45010F1}" dt="2025-09-29T09:10:23.284" v="742" actId="26606"/>
          <ac:spMkLst>
            <pc:docMk/>
            <pc:sldMk cId="2541763548" sldId="293"/>
            <ac:spMk id="27" creationId="{E51BA4DF-2BD4-4EC2-B1DB-B27C8AC71864}"/>
          </ac:spMkLst>
        </pc:spChg>
        <pc:spChg chg="add">
          <ac:chgData name="Nirmal A R" userId="32edb04a36275dab" providerId="LiveId" clId="{B488D699-5DA1-4553-B1CC-B920E45010F1}" dt="2025-09-29T09:10:23.296" v="743" actId="26606"/>
          <ac:spMkLst>
            <pc:docMk/>
            <pc:sldMk cId="2541763548" sldId="293"/>
            <ac:spMk id="29" creationId="{CD84038B-4A56-439B-A184-79B2D4506692}"/>
          </ac:spMkLst>
        </pc:spChg>
        <pc:spChg chg="add">
          <ac:chgData name="Nirmal A R" userId="32edb04a36275dab" providerId="LiveId" clId="{B488D699-5DA1-4553-B1CC-B920E45010F1}" dt="2025-09-29T09:10:23.296" v="743" actId="26606"/>
          <ac:spMkLst>
            <pc:docMk/>
            <pc:sldMk cId="2541763548" sldId="293"/>
            <ac:spMk id="30" creationId="{815520DB-F960-4775-B29C-691D6E65A3E3}"/>
          </ac:spMkLst>
        </pc:spChg>
        <pc:spChg chg="add">
          <ac:chgData name="Nirmal A R" userId="32edb04a36275dab" providerId="LiveId" clId="{B488D699-5DA1-4553-B1CC-B920E45010F1}" dt="2025-09-29T09:10:23.296" v="743" actId="26606"/>
          <ac:spMkLst>
            <pc:docMk/>
            <pc:sldMk cId="2541763548" sldId="293"/>
            <ac:spMk id="31" creationId="{4F96EE13-2C4D-4262-812E-DDE5FC35F0AD}"/>
          </ac:spMkLst>
        </pc:spChg>
        <pc:picChg chg="add mod ord">
          <ac:chgData name="Nirmal A R" userId="32edb04a36275dab" providerId="LiveId" clId="{B488D699-5DA1-4553-B1CC-B920E45010F1}" dt="2025-09-29T09:10:23.296" v="743" actId="26606"/>
          <ac:picMkLst>
            <pc:docMk/>
            <pc:sldMk cId="2541763548" sldId="293"/>
            <ac:picMk id="6" creationId="{2D206113-446E-972B-2DD3-8D63A88783E3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C644125-CA49-4714-A4BC-D60CA3978A7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81E91A65-24D4-429F-9924-282B9F91E520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/>
            <a:t>Problem</a:t>
          </a:r>
          <a:br>
            <a:rPr lang="en-US" sz="2000" dirty="0"/>
          </a:br>
          <a:r>
            <a:rPr lang="en-US" sz="2000" dirty="0"/>
            <a:t>AM voice communications, though simple and widely used in aviation and maritime systems, degrade severely under noise. Traditional filters distort speech and fail under non-stationary conditions, making speech unintelligible for both humans and automated systems.</a:t>
          </a:r>
        </a:p>
      </dgm:t>
    </dgm:pt>
    <dgm:pt modelId="{F57C5B17-D01B-4A78-ADBE-0EF894D03AD4}" type="parTrans" cxnId="{5702C1EC-4E02-49EF-B3A3-6BFFC5D3F96E}">
      <dgm:prSet/>
      <dgm:spPr/>
      <dgm:t>
        <a:bodyPr/>
        <a:lstStyle/>
        <a:p>
          <a:endParaRPr lang="en-US" sz="2000"/>
        </a:p>
      </dgm:t>
    </dgm:pt>
    <dgm:pt modelId="{1A3DED8C-9466-4D77-9042-403E2FE8A81B}" type="sibTrans" cxnId="{5702C1EC-4E02-49EF-B3A3-6BFFC5D3F96E}">
      <dgm:prSet custT="1"/>
      <dgm:spPr/>
      <dgm:t>
        <a:bodyPr/>
        <a:lstStyle/>
        <a:p>
          <a:endParaRPr lang="en-US" sz="1600"/>
        </a:p>
      </dgm:t>
    </dgm:pt>
    <dgm:pt modelId="{3EBC4FA8-BC08-4CD5-BFDE-63D052FF618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b="1" dirty="0"/>
            <a:t>Objectives</a:t>
          </a:r>
          <a:endParaRPr lang="en-US" sz="2000" dirty="0"/>
        </a:p>
      </dgm:t>
    </dgm:pt>
    <dgm:pt modelId="{6719FA0F-99C7-40B6-9FA3-8B270D9754C2}" type="parTrans" cxnId="{2535F17C-2087-4167-9382-7CD5493837E8}">
      <dgm:prSet/>
      <dgm:spPr/>
      <dgm:t>
        <a:bodyPr/>
        <a:lstStyle/>
        <a:p>
          <a:endParaRPr lang="en-US" sz="2000"/>
        </a:p>
      </dgm:t>
    </dgm:pt>
    <dgm:pt modelId="{1698C538-F2F0-4746-A85A-8B47B7BD2BF5}" type="sibTrans" cxnId="{2535F17C-2087-4167-9382-7CD5493837E8}">
      <dgm:prSet/>
      <dgm:spPr/>
      <dgm:t>
        <a:bodyPr/>
        <a:lstStyle/>
        <a:p>
          <a:endParaRPr lang="en-US" sz="2000"/>
        </a:p>
      </dgm:t>
    </dgm:pt>
    <dgm:pt modelId="{36478F6B-4EF1-4731-AEBD-4D2CE1E3ADFD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Simulate a complete AM channel with realistic noise.</a:t>
          </a:r>
        </a:p>
      </dgm:t>
    </dgm:pt>
    <dgm:pt modelId="{8460AFDF-EA0A-4D37-9119-8E3522F5F7F4}" type="parTrans" cxnId="{8F7039B1-4953-4CF8-B10D-20CBCD9F90FB}">
      <dgm:prSet/>
      <dgm:spPr/>
      <dgm:t>
        <a:bodyPr/>
        <a:lstStyle/>
        <a:p>
          <a:endParaRPr lang="en-US" sz="2000"/>
        </a:p>
      </dgm:t>
    </dgm:pt>
    <dgm:pt modelId="{7A256602-A92D-438B-A0E5-798D509884DB}" type="sibTrans" cxnId="{8F7039B1-4953-4CF8-B10D-20CBCD9F90FB}">
      <dgm:prSet/>
      <dgm:spPr/>
      <dgm:t>
        <a:bodyPr/>
        <a:lstStyle/>
        <a:p>
          <a:endParaRPr lang="en-US" sz="2000"/>
        </a:p>
      </dgm:t>
    </dgm:pt>
    <dgm:pt modelId="{F037B114-8003-4D4A-88D1-89C817CD473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Apply state-of-the-art AI denoiser for post-demodulation enhancement.</a:t>
          </a:r>
        </a:p>
      </dgm:t>
    </dgm:pt>
    <dgm:pt modelId="{6311FC2D-3D26-41F3-BB7E-9DBB4D200694}" type="parTrans" cxnId="{C2EB940B-FFC4-4D01-BF59-FDA0FBAAB47D}">
      <dgm:prSet/>
      <dgm:spPr/>
      <dgm:t>
        <a:bodyPr/>
        <a:lstStyle/>
        <a:p>
          <a:endParaRPr lang="en-US" sz="2000"/>
        </a:p>
      </dgm:t>
    </dgm:pt>
    <dgm:pt modelId="{63C8117C-EB3D-429C-8655-277F982FE8C5}" type="sibTrans" cxnId="{C2EB940B-FFC4-4D01-BF59-FDA0FBAAB47D}">
      <dgm:prSet/>
      <dgm:spPr/>
      <dgm:t>
        <a:bodyPr/>
        <a:lstStyle/>
        <a:p>
          <a:endParaRPr lang="en-US" sz="2000"/>
        </a:p>
      </dgm:t>
    </dgm:pt>
    <dgm:pt modelId="{A0F4D463-0EFC-438B-AE78-4E0FD3946499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2000" dirty="0"/>
            <a:t>Validate improvements objectively via Whisper ASR Word Error Rate (WER).</a:t>
          </a:r>
        </a:p>
      </dgm:t>
    </dgm:pt>
    <dgm:pt modelId="{B5C2129E-1907-4136-84D8-5D05556BE53B}" type="parTrans" cxnId="{44C55224-014C-482B-B4D1-34B06230DFC5}">
      <dgm:prSet/>
      <dgm:spPr/>
      <dgm:t>
        <a:bodyPr/>
        <a:lstStyle/>
        <a:p>
          <a:endParaRPr lang="en-US" sz="2000"/>
        </a:p>
      </dgm:t>
    </dgm:pt>
    <dgm:pt modelId="{9486A9D3-CF74-456E-99C7-8F86224902F6}" type="sibTrans" cxnId="{44C55224-014C-482B-B4D1-34B06230DFC5}">
      <dgm:prSet/>
      <dgm:spPr/>
      <dgm:t>
        <a:bodyPr/>
        <a:lstStyle/>
        <a:p>
          <a:endParaRPr lang="en-US" sz="2000"/>
        </a:p>
      </dgm:t>
    </dgm:pt>
    <dgm:pt modelId="{1FAAE3C3-2CD6-48DE-B760-5EB5ECDEA9CF}" type="pres">
      <dgm:prSet presAssocID="{DC644125-CA49-4714-A4BC-D60CA3978A74}" presName="root" presStyleCnt="0">
        <dgm:presLayoutVars>
          <dgm:dir/>
          <dgm:resizeHandles val="exact"/>
        </dgm:presLayoutVars>
      </dgm:prSet>
      <dgm:spPr/>
    </dgm:pt>
    <dgm:pt modelId="{E62B9D18-9DBC-4633-A62A-630A9AA820E9}" type="pres">
      <dgm:prSet presAssocID="{81E91A65-24D4-429F-9924-282B9F91E520}" presName="compNode" presStyleCnt="0"/>
      <dgm:spPr/>
    </dgm:pt>
    <dgm:pt modelId="{A38AD4DE-D4B9-4E53-918D-33C3B7C21665}" type="pres">
      <dgm:prSet presAssocID="{81E91A65-24D4-429F-9924-282B9F91E520}" presName="bgRect" presStyleLbl="bgShp" presStyleIdx="0" presStyleCnt="2"/>
      <dgm:spPr/>
    </dgm:pt>
    <dgm:pt modelId="{F6AD5055-C37D-418B-B1C3-11609B857F47}" type="pres">
      <dgm:prSet presAssocID="{81E91A65-24D4-429F-9924-282B9F91E520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ilter"/>
        </a:ext>
      </dgm:extLst>
    </dgm:pt>
    <dgm:pt modelId="{3622C155-E405-4274-9066-D02C000FBF3A}" type="pres">
      <dgm:prSet presAssocID="{81E91A65-24D4-429F-9924-282B9F91E520}" presName="spaceRect" presStyleCnt="0"/>
      <dgm:spPr/>
    </dgm:pt>
    <dgm:pt modelId="{790AB654-A332-44F4-8678-EAA190EF793E}" type="pres">
      <dgm:prSet presAssocID="{81E91A65-24D4-429F-9924-282B9F91E520}" presName="parTx" presStyleLbl="revTx" presStyleIdx="0" presStyleCnt="3" custLinFactNeighborX="-2828" custLinFactNeighborY="10106">
        <dgm:presLayoutVars>
          <dgm:chMax val="0"/>
          <dgm:chPref val="0"/>
        </dgm:presLayoutVars>
      </dgm:prSet>
      <dgm:spPr/>
    </dgm:pt>
    <dgm:pt modelId="{D80ADC45-CE76-45FF-84BE-0BF63F472964}" type="pres">
      <dgm:prSet presAssocID="{1A3DED8C-9466-4D77-9042-403E2FE8A81B}" presName="sibTrans" presStyleCnt="0"/>
      <dgm:spPr/>
    </dgm:pt>
    <dgm:pt modelId="{9E2B6A6B-C8E5-487D-B3EE-E8E5F5FCAC5A}" type="pres">
      <dgm:prSet presAssocID="{3EBC4FA8-BC08-4CD5-BFDE-63D052FF6183}" presName="compNode" presStyleCnt="0"/>
      <dgm:spPr/>
    </dgm:pt>
    <dgm:pt modelId="{60C6099E-F0F8-4B50-8D52-8549B0A60917}" type="pres">
      <dgm:prSet presAssocID="{3EBC4FA8-BC08-4CD5-BFDE-63D052FF6183}" presName="bgRect" presStyleLbl="bgShp" presStyleIdx="1" presStyleCnt="2"/>
      <dgm:spPr/>
    </dgm:pt>
    <dgm:pt modelId="{3D4BA7AF-EB91-459C-B9FC-AC653C9FA324}" type="pres">
      <dgm:prSet presAssocID="{3EBC4FA8-BC08-4CD5-BFDE-63D052FF618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0608DD8A-A694-43CB-AA54-51D3FEEABF7B}" type="pres">
      <dgm:prSet presAssocID="{3EBC4FA8-BC08-4CD5-BFDE-63D052FF6183}" presName="spaceRect" presStyleCnt="0"/>
      <dgm:spPr/>
    </dgm:pt>
    <dgm:pt modelId="{716E4E40-3648-46A2-BAD8-66B772D36848}" type="pres">
      <dgm:prSet presAssocID="{3EBC4FA8-BC08-4CD5-BFDE-63D052FF6183}" presName="parTx" presStyleLbl="revTx" presStyleIdx="1" presStyleCnt="3">
        <dgm:presLayoutVars>
          <dgm:chMax val="0"/>
          <dgm:chPref val="0"/>
        </dgm:presLayoutVars>
      </dgm:prSet>
      <dgm:spPr/>
    </dgm:pt>
    <dgm:pt modelId="{DA6DA320-A7AB-46B7-A46C-94B06EE1AB60}" type="pres">
      <dgm:prSet presAssocID="{3EBC4FA8-BC08-4CD5-BFDE-63D052FF6183}" presName="desTx" presStyleLbl="revTx" presStyleIdx="2" presStyleCnt="3" custScaleX="133899" custLinFactNeighborX="-26470" custLinFactNeighborY="10096">
        <dgm:presLayoutVars/>
      </dgm:prSet>
      <dgm:spPr/>
    </dgm:pt>
  </dgm:ptLst>
  <dgm:cxnLst>
    <dgm:cxn modelId="{F9578700-1FD8-45BE-BB80-0AD700FD3631}" type="presOf" srcId="{36478F6B-4EF1-4731-AEBD-4D2CE1E3ADFD}" destId="{DA6DA320-A7AB-46B7-A46C-94B06EE1AB60}" srcOrd="0" destOrd="0" presId="urn:microsoft.com/office/officeart/2018/2/layout/IconVerticalSolidList"/>
    <dgm:cxn modelId="{C2EB940B-FFC4-4D01-BF59-FDA0FBAAB47D}" srcId="{3EBC4FA8-BC08-4CD5-BFDE-63D052FF6183}" destId="{F037B114-8003-4D4A-88D1-89C817CD473B}" srcOrd="1" destOrd="0" parTransId="{6311FC2D-3D26-41F3-BB7E-9DBB4D200694}" sibTransId="{63C8117C-EB3D-429C-8655-277F982FE8C5}"/>
    <dgm:cxn modelId="{1C83DF20-6FB7-4D36-A266-70CAD3B0D40E}" type="presOf" srcId="{DC644125-CA49-4714-A4BC-D60CA3978A74}" destId="{1FAAE3C3-2CD6-48DE-B760-5EB5ECDEA9CF}" srcOrd="0" destOrd="0" presId="urn:microsoft.com/office/officeart/2018/2/layout/IconVerticalSolidList"/>
    <dgm:cxn modelId="{44C55224-014C-482B-B4D1-34B06230DFC5}" srcId="{3EBC4FA8-BC08-4CD5-BFDE-63D052FF6183}" destId="{A0F4D463-0EFC-438B-AE78-4E0FD3946499}" srcOrd="2" destOrd="0" parTransId="{B5C2129E-1907-4136-84D8-5D05556BE53B}" sibTransId="{9486A9D3-CF74-456E-99C7-8F86224902F6}"/>
    <dgm:cxn modelId="{A48C9F33-19A2-430A-B323-84F18E3BF95E}" type="presOf" srcId="{A0F4D463-0EFC-438B-AE78-4E0FD3946499}" destId="{DA6DA320-A7AB-46B7-A46C-94B06EE1AB60}" srcOrd="0" destOrd="2" presId="urn:microsoft.com/office/officeart/2018/2/layout/IconVerticalSolidList"/>
    <dgm:cxn modelId="{55525D6A-42B2-4A39-8226-56E5469CBFCD}" type="presOf" srcId="{F037B114-8003-4D4A-88D1-89C817CD473B}" destId="{DA6DA320-A7AB-46B7-A46C-94B06EE1AB60}" srcOrd="0" destOrd="1" presId="urn:microsoft.com/office/officeart/2018/2/layout/IconVerticalSolidList"/>
    <dgm:cxn modelId="{2535F17C-2087-4167-9382-7CD5493837E8}" srcId="{DC644125-CA49-4714-A4BC-D60CA3978A74}" destId="{3EBC4FA8-BC08-4CD5-BFDE-63D052FF6183}" srcOrd="1" destOrd="0" parTransId="{6719FA0F-99C7-40B6-9FA3-8B270D9754C2}" sibTransId="{1698C538-F2F0-4746-A85A-8B47B7BD2BF5}"/>
    <dgm:cxn modelId="{29E9EA83-6BF8-4C0D-9D04-F69D84CB5666}" type="presOf" srcId="{3EBC4FA8-BC08-4CD5-BFDE-63D052FF6183}" destId="{716E4E40-3648-46A2-BAD8-66B772D36848}" srcOrd="0" destOrd="0" presId="urn:microsoft.com/office/officeart/2018/2/layout/IconVerticalSolidList"/>
    <dgm:cxn modelId="{38FD2EB0-6F04-4192-98CC-5FBC2518B1E5}" type="presOf" srcId="{81E91A65-24D4-429F-9924-282B9F91E520}" destId="{790AB654-A332-44F4-8678-EAA190EF793E}" srcOrd="0" destOrd="0" presId="urn:microsoft.com/office/officeart/2018/2/layout/IconVerticalSolidList"/>
    <dgm:cxn modelId="{8F7039B1-4953-4CF8-B10D-20CBCD9F90FB}" srcId="{3EBC4FA8-BC08-4CD5-BFDE-63D052FF6183}" destId="{36478F6B-4EF1-4731-AEBD-4D2CE1E3ADFD}" srcOrd="0" destOrd="0" parTransId="{8460AFDF-EA0A-4D37-9119-8E3522F5F7F4}" sibTransId="{7A256602-A92D-438B-A0E5-798D509884DB}"/>
    <dgm:cxn modelId="{5702C1EC-4E02-49EF-B3A3-6BFFC5D3F96E}" srcId="{DC644125-CA49-4714-A4BC-D60CA3978A74}" destId="{81E91A65-24D4-429F-9924-282B9F91E520}" srcOrd="0" destOrd="0" parTransId="{F57C5B17-D01B-4A78-ADBE-0EF894D03AD4}" sibTransId="{1A3DED8C-9466-4D77-9042-403E2FE8A81B}"/>
    <dgm:cxn modelId="{ECFC2F7C-1947-4991-A2F5-81AEAF8871B5}" type="presParOf" srcId="{1FAAE3C3-2CD6-48DE-B760-5EB5ECDEA9CF}" destId="{E62B9D18-9DBC-4633-A62A-630A9AA820E9}" srcOrd="0" destOrd="0" presId="urn:microsoft.com/office/officeart/2018/2/layout/IconVerticalSolidList"/>
    <dgm:cxn modelId="{BDB20B72-FE14-4D53-B2BE-FF8590F3592F}" type="presParOf" srcId="{E62B9D18-9DBC-4633-A62A-630A9AA820E9}" destId="{A38AD4DE-D4B9-4E53-918D-33C3B7C21665}" srcOrd="0" destOrd="0" presId="urn:microsoft.com/office/officeart/2018/2/layout/IconVerticalSolidList"/>
    <dgm:cxn modelId="{DE40113E-A077-4D4D-8E01-D56B93CB695D}" type="presParOf" srcId="{E62B9D18-9DBC-4633-A62A-630A9AA820E9}" destId="{F6AD5055-C37D-418B-B1C3-11609B857F47}" srcOrd="1" destOrd="0" presId="urn:microsoft.com/office/officeart/2018/2/layout/IconVerticalSolidList"/>
    <dgm:cxn modelId="{336F3FB9-3290-4FB9-A807-07508C09E4BD}" type="presParOf" srcId="{E62B9D18-9DBC-4633-A62A-630A9AA820E9}" destId="{3622C155-E405-4274-9066-D02C000FBF3A}" srcOrd="2" destOrd="0" presId="urn:microsoft.com/office/officeart/2018/2/layout/IconVerticalSolidList"/>
    <dgm:cxn modelId="{F304A3B7-3BEF-4899-BBB8-2A5BF9579F21}" type="presParOf" srcId="{E62B9D18-9DBC-4633-A62A-630A9AA820E9}" destId="{790AB654-A332-44F4-8678-EAA190EF793E}" srcOrd="3" destOrd="0" presId="urn:microsoft.com/office/officeart/2018/2/layout/IconVerticalSolidList"/>
    <dgm:cxn modelId="{99DEC666-C717-41D5-BB3F-D35859A43FD6}" type="presParOf" srcId="{1FAAE3C3-2CD6-48DE-B760-5EB5ECDEA9CF}" destId="{D80ADC45-CE76-45FF-84BE-0BF63F472964}" srcOrd="1" destOrd="0" presId="urn:microsoft.com/office/officeart/2018/2/layout/IconVerticalSolidList"/>
    <dgm:cxn modelId="{615B4CCD-D1D6-4A6B-A3CE-63041AB01626}" type="presParOf" srcId="{1FAAE3C3-2CD6-48DE-B760-5EB5ECDEA9CF}" destId="{9E2B6A6B-C8E5-487D-B3EE-E8E5F5FCAC5A}" srcOrd="2" destOrd="0" presId="urn:microsoft.com/office/officeart/2018/2/layout/IconVerticalSolidList"/>
    <dgm:cxn modelId="{ED4FF40E-C0FB-4DBB-9376-ED5E6B9BBDF2}" type="presParOf" srcId="{9E2B6A6B-C8E5-487D-B3EE-E8E5F5FCAC5A}" destId="{60C6099E-F0F8-4B50-8D52-8549B0A60917}" srcOrd="0" destOrd="0" presId="urn:microsoft.com/office/officeart/2018/2/layout/IconVerticalSolidList"/>
    <dgm:cxn modelId="{53F4CDC9-C986-4A9F-8719-27BB5EE3CE9A}" type="presParOf" srcId="{9E2B6A6B-C8E5-487D-B3EE-E8E5F5FCAC5A}" destId="{3D4BA7AF-EB91-459C-B9FC-AC653C9FA324}" srcOrd="1" destOrd="0" presId="urn:microsoft.com/office/officeart/2018/2/layout/IconVerticalSolidList"/>
    <dgm:cxn modelId="{E2362B16-40CB-40D4-8F09-AE372873C884}" type="presParOf" srcId="{9E2B6A6B-C8E5-487D-B3EE-E8E5F5FCAC5A}" destId="{0608DD8A-A694-43CB-AA54-51D3FEEABF7B}" srcOrd="2" destOrd="0" presId="urn:microsoft.com/office/officeart/2018/2/layout/IconVerticalSolidList"/>
    <dgm:cxn modelId="{799F1CD3-992E-4CF9-AD07-6BF033C60006}" type="presParOf" srcId="{9E2B6A6B-C8E5-487D-B3EE-E8E5F5FCAC5A}" destId="{716E4E40-3648-46A2-BAD8-66B772D36848}" srcOrd="3" destOrd="0" presId="urn:microsoft.com/office/officeart/2018/2/layout/IconVerticalSolidList"/>
    <dgm:cxn modelId="{E30EF237-87C8-41A0-9FD5-51F65664CC5E}" type="presParOf" srcId="{9E2B6A6B-C8E5-487D-B3EE-E8E5F5FCAC5A}" destId="{DA6DA320-A7AB-46B7-A46C-94B06EE1AB6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1BD15E1-B140-4AA9-8926-E9AE1E44BECE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4D04F44A-4393-4768-B215-F81C48FB1BC2}">
      <dgm:prSet custT="1"/>
      <dgm:spPr/>
      <dgm:t>
        <a:bodyPr/>
        <a:lstStyle/>
        <a:p>
          <a:r>
            <a:rPr lang="en-IN" sz="1800" b="1"/>
            <a:t>Software-Defined Radio (SDR):</a:t>
          </a:r>
          <a:r>
            <a:rPr lang="en-IN" sz="1800"/>
            <a:t> Building radios in software rather than circuits.</a:t>
          </a:r>
          <a:endParaRPr lang="en-US" sz="1800"/>
        </a:p>
      </dgm:t>
    </dgm:pt>
    <dgm:pt modelId="{5A5535EB-6C02-4CF4-8680-CAA526BA5B8A}" type="parTrans" cxnId="{76954C1A-7C81-444E-B061-B701DA842F3D}">
      <dgm:prSet/>
      <dgm:spPr/>
      <dgm:t>
        <a:bodyPr/>
        <a:lstStyle/>
        <a:p>
          <a:endParaRPr lang="en-US" sz="2000"/>
        </a:p>
      </dgm:t>
    </dgm:pt>
    <dgm:pt modelId="{9154380D-5758-4FF8-B223-6FBA93898071}" type="sibTrans" cxnId="{76954C1A-7C81-444E-B061-B701DA842F3D}">
      <dgm:prSet phldrT="1" phldr="0" custT="1"/>
      <dgm:spPr/>
      <dgm:t>
        <a:bodyPr/>
        <a:lstStyle/>
        <a:p>
          <a:r>
            <a:rPr lang="en-US" sz="4800"/>
            <a:t>1</a:t>
          </a:r>
        </a:p>
      </dgm:t>
    </dgm:pt>
    <dgm:pt modelId="{E292103B-7026-4800-A3BD-0EEE8311529E}">
      <dgm:prSet custT="1"/>
      <dgm:spPr/>
      <dgm:t>
        <a:bodyPr/>
        <a:lstStyle/>
        <a:p>
          <a:r>
            <a:rPr lang="en-IN" sz="1800" b="1" dirty="0"/>
            <a:t>Signal-to-Noise Ratio (SNR):</a:t>
          </a:r>
          <a:r>
            <a:rPr lang="en-IN" sz="1800" dirty="0"/>
            <a:t> The universal measure of signal quality against noise.</a:t>
          </a:r>
          <a:endParaRPr lang="en-US" sz="1800" dirty="0"/>
        </a:p>
      </dgm:t>
    </dgm:pt>
    <dgm:pt modelId="{6A80AAF4-B110-4367-AD58-87D41A3EC779}" type="parTrans" cxnId="{3A7273A0-5446-4DA9-BD67-D9D8401C0600}">
      <dgm:prSet/>
      <dgm:spPr/>
      <dgm:t>
        <a:bodyPr/>
        <a:lstStyle/>
        <a:p>
          <a:endParaRPr lang="en-US" sz="2000"/>
        </a:p>
      </dgm:t>
    </dgm:pt>
    <dgm:pt modelId="{2042F0DE-CD04-4DA6-8E0C-CA0646030ED7}" type="sibTrans" cxnId="{3A7273A0-5446-4DA9-BD67-D9D8401C0600}">
      <dgm:prSet phldrT="2" phldr="0" custT="1"/>
      <dgm:spPr/>
      <dgm:t>
        <a:bodyPr/>
        <a:lstStyle/>
        <a:p>
          <a:r>
            <a:rPr lang="en-US" sz="4800"/>
            <a:t>2</a:t>
          </a:r>
        </a:p>
      </dgm:t>
    </dgm:pt>
    <dgm:pt modelId="{25260D2E-A714-4059-80A0-B12A27D22F6C}">
      <dgm:prSet custT="1"/>
      <dgm:spPr/>
      <dgm:t>
        <a:bodyPr/>
        <a:lstStyle/>
        <a:p>
          <a:r>
            <a:rPr lang="en-IN" sz="1800" b="1" dirty="0"/>
            <a:t>Artificial Intelligence (AI):</a:t>
          </a:r>
          <a:r>
            <a:rPr lang="en-IN" sz="1800" dirty="0"/>
            <a:t> Intelligent denoising and transcription for speech recovery.</a:t>
          </a:r>
          <a:endParaRPr lang="en-US" sz="1800" dirty="0"/>
        </a:p>
      </dgm:t>
    </dgm:pt>
    <dgm:pt modelId="{0FAA9302-0140-4CF1-A6B5-CD9EB68F44BE}" type="parTrans" cxnId="{42870149-E6D3-4E13-ABA0-A5DA9218383E}">
      <dgm:prSet/>
      <dgm:spPr/>
      <dgm:t>
        <a:bodyPr/>
        <a:lstStyle/>
        <a:p>
          <a:endParaRPr lang="en-US" sz="2000"/>
        </a:p>
      </dgm:t>
    </dgm:pt>
    <dgm:pt modelId="{EA9CE317-71E7-4F28-8CB5-127498069257}" type="sibTrans" cxnId="{42870149-E6D3-4E13-ABA0-A5DA9218383E}">
      <dgm:prSet phldrT="3" phldr="0" custT="1"/>
      <dgm:spPr/>
      <dgm:t>
        <a:bodyPr/>
        <a:lstStyle/>
        <a:p>
          <a:r>
            <a:rPr lang="en-US" sz="4800"/>
            <a:t>3</a:t>
          </a:r>
        </a:p>
      </dgm:t>
    </dgm:pt>
    <dgm:pt modelId="{709CC99D-8B72-4932-9EE5-35D965335B70}" type="pres">
      <dgm:prSet presAssocID="{61BD15E1-B140-4AA9-8926-E9AE1E44BECE}" presName="Name0" presStyleCnt="0">
        <dgm:presLayoutVars>
          <dgm:animLvl val="lvl"/>
          <dgm:resizeHandles val="exact"/>
        </dgm:presLayoutVars>
      </dgm:prSet>
      <dgm:spPr/>
    </dgm:pt>
    <dgm:pt modelId="{2ED45C3F-6233-4BA2-9C1E-66D53245F358}" type="pres">
      <dgm:prSet presAssocID="{4D04F44A-4393-4768-B215-F81C48FB1BC2}" presName="compositeNode" presStyleCnt="0">
        <dgm:presLayoutVars>
          <dgm:bulletEnabled val="1"/>
        </dgm:presLayoutVars>
      </dgm:prSet>
      <dgm:spPr/>
    </dgm:pt>
    <dgm:pt modelId="{02972139-E27E-4568-A1EB-EA5C1268E3C7}" type="pres">
      <dgm:prSet presAssocID="{4D04F44A-4393-4768-B215-F81C48FB1BC2}" presName="bgRect" presStyleLbl="bgAccFollowNode1" presStyleIdx="0" presStyleCnt="3"/>
      <dgm:spPr/>
    </dgm:pt>
    <dgm:pt modelId="{86CAC1FD-947B-4E54-AFE7-C9D442B42015}" type="pres">
      <dgm:prSet presAssocID="{9154380D-5758-4FF8-B223-6FBA93898071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E9ED091D-3EC4-4CBB-BFF2-06BB7FB657C3}" type="pres">
      <dgm:prSet presAssocID="{4D04F44A-4393-4768-B215-F81C48FB1BC2}" presName="bottomLine" presStyleLbl="alignNode1" presStyleIdx="1" presStyleCnt="6">
        <dgm:presLayoutVars/>
      </dgm:prSet>
      <dgm:spPr/>
    </dgm:pt>
    <dgm:pt modelId="{0B5BF7D2-FC91-446A-92D4-3A60688DA013}" type="pres">
      <dgm:prSet presAssocID="{4D04F44A-4393-4768-B215-F81C48FB1BC2}" presName="nodeText" presStyleLbl="bgAccFollowNode1" presStyleIdx="0" presStyleCnt="3">
        <dgm:presLayoutVars>
          <dgm:bulletEnabled val="1"/>
        </dgm:presLayoutVars>
      </dgm:prSet>
      <dgm:spPr/>
    </dgm:pt>
    <dgm:pt modelId="{3BE4D249-0686-4293-AC4E-25ACFB0D8A49}" type="pres">
      <dgm:prSet presAssocID="{9154380D-5758-4FF8-B223-6FBA93898071}" presName="sibTrans" presStyleCnt="0"/>
      <dgm:spPr/>
    </dgm:pt>
    <dgm:pt modelId="{F7AF23C1-DC4F-484F-9A12-551012201B6C}" type="pres">
      <dgm:prSet presAssocID="{E292103B-7026-4800-A3BD-0EEE8311529E}" presName="compositeNode" presStyleCnt="0">
        <dgm:presLayoutVars>
          <dgm:bulletEnabled val="1"/>
        </dgm:presLayoutVars>
      </dgm:prSet>
      <dgm:spPr/>
    </dgm:pt>
    <dgm:pt modelId="{866C27F3-283C-45A3-939D-0B56B475D2ED}" type="pres">
      <dgm:prSet presAssocID="{E292103B-7026-4800-A3BD-0EEE8311529E}" presName="bgRect" presStyleLbl="bgAccFollowNode1" presStyleIdx="1" presStyleCnt="3"/>
      <dgm:spPr/>
    </dgm:pt>
    <dgm:pt modelId="{7507A73D-989C-406B-B619-E43EF168E187}" type="pres">
      <dgm:prSet presAssocID="{2042F0DE-CD04-4DA6-8E0C-CA0646030ED7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0E9F5F2E-7009-4302-AFB9-5E8828CE3238}" type="pres">
      <dgm:prSet presAssocID="{E292103B-7026-4800-A3BD-0EEE8311529E}" presName="bottomLine" presStyleLbl="alignNode1" presStyleIdx="3" presStyleCnt="6">
        <dgm:presLayoutVars/>
      </dgm:prSet>
      <dgm:spPr/>
    </dgm:pt>
    <dgm:pt modelId="{217D40A9-B38E-4F2B-A7A9-1F39A27A1F37}" type="pres">
      <dgm:prSet presAssocID="{E292103B-7026-4800-A3BD-0EEE8311529E}" presName="nodeText" presStyleLbl="bgAccFollowNode1" presStyleIdx="1" presStyleCnt="3">
        <dgm:presLayoutVars>
          <dgm:bulletEnabled val="1"/>
        </dgm:presLayoutVars>
      </dgm:prSet>
      <dgm:spPr/>
    </dgm:pt>
    <dgm:pt modelId="{C5230807-66E9-4F64-A314-CEFA77250FA6}" type="pres">
      <dgm:prSet presAssocID="{2042F0DE-CD04-4DA6-8E0C-CA0646030ED7}" presName="sibTrans" presStyleCnt="0"/>
      <dgm:spPr/>
    </dgm:pt>
    <dgm:pt modelId="{2CFC159E-7504-4F7F-AEE2-54117CDB477F}" type="pres">
      <dgm:prSet presAssocID="{25260D2E-A714-4059-80A0-B12A27D22F6C}" presName="compositeNode" presStyleCnt="0">
        <dgm:presLayoutVars>
          <dgm:bulletEnabled val="1"/>
        </dgm:presLayoutVars>
      </dgm:prSet>
      <dgm:spPr/>
    </dgm:pt>
    <dgm:pt modelId="{B64B602F-E67B-4D03-971C-E104CC0C2E57}" type="pres">
      <dgm:prSet presAssocID="{25260D2E-A714-4059-80A0-B12A27D22F6C}" presName="bgRect" presStyleLbl="bgAccFollowNode1" presStyleIdx="2" presStyleCnt="3"/>
      <dgm:spPr/>
    </dgm:pt>
    <dgm:pt modelId="{334345BC-61F2-4C01-9639-39CF97D1D242}" type="pres">
      <dgm:prSet presAssocID="{EA9CE317-71E7-4F28-8CB5-127498069257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0332D7A8-E2AA-45D6-B3F2-9754620E6766}" type="pres">
      <dgm:prSet presAssocID="{25260D2E-A714-4059-80A0-B12A27D22F6C}" presName="bottomLine" presStyleLbl="alignNode1" presStyleIdx="5" presStyleCnt="6">
        <dgm:presLayoutVars/>
      </dgm:prSet>
      <dgm:spPr/>
    </dgm:pt>
    <dgm:pt modelId="{059230FE-2C54-40A2-822E-C85B669A6DEF}" type="pres">
      <dgm:prSet presAssocID="{25260D2E-A714-4059-80A0-B12A27D22F6C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76954C1A-7C81-444E-B061-B701DA842F3D}" srcId="{61BD15E1-B140-4AA9-8926-E9AE1E44BECE}" destId="{4D04F44A-4393-4768-B215-F81C48FB1BC2}" srcOrd="0" destOrd="0" parTransId="{5A5535EB-6C02-4CF4-8680-CAA526BA5B8A}" sibTransId="{9154380D-5758-4FF8-B223-6FBA93898071}"/>
    <dgm:cxn modelId="{0ABFEE1A-8B91-4C7B-9262-A7885212029E}" type="presOf" srcId="{61BD15E1-B140-4AA9-8926-E9AE1E44BECE}" destId="{709CC99D-8B72-4932-9EE5-35D965335B70}" srcOrd="0" destOrd="0" presId="urn:microsoft.com/office/officeart/2016/7/layout/BasicLinearProcessNumbered"/>
    <dgm:cxn modelId="{2A406D48-0BB6-4DE5-9E24-A41C4703C219}" type="presOf" srcId="{E292103B-7026-4800-A3BD-0EEE8311529E}" destId="{866C27F3-283C-45A3-939D-0B56B475D2ED}" srcOrd="0" destOrd="0" presId="urn:microsoft.com/office/officeart/2016/7/layout/BasicLinearProcessNumbered"/>
    <dgm:cxn modelId="{42870149-E6D3-4E13-ABA0-A5DA9218383E}" srcId="{61BD15E1-B140-4AA9-8926-E9AE1E44BECE}" destId="{25260D2E-A714-4059-80A0-B12A27D22F6C}" srcOrd="2" destOrd="0" parTransId="{0FAA9302-0140-4CF1-A6B5-CD9EB68F44BE}" sibTransId="{EA9CE317-71E7-4F28-8CB5-127498069257}"/>
    <dgm:cxn modelId="{7E2BFB70-F292-45AA-9353-98897EE5EC36}" type="presOf" srcId="{EA9CE317-71E7-4F28-8CB5-127498069257}" destId="{334345BC-61F2-4C01-9639-39CF97D1D242}" srcOrd="0" destOrd="0" presId="urn:microsoft.com/office/officeart/2016/7/layout/BasicLinearProcessNumbered"/>
    <dgm:cxn modelId="{58ABA677-2BDE-4F25-A5B7-FEC4E91EA0BD}" type="presOf" srcId="{9154380D-5758-4FF8-B223-6FBA93898071}" destId="{86CAC1FD-947B-4E54-AFE7-C9D442B42015}" srcOrd="0" destOrd="0" presId="urn:microsoft.com/office/officeart/2016/7/layout/BasicLinearProcessNumbered"/>
    <dgm:cxn modelId="{4CF32758-1BC8-45A8-9A64-DF2EB2BA3486}" type="presOf" srcId="{25260D2E-A714-4059-80A0-B12A27D22F6C}" destId="{059230FE-2C54-40A2-822E-C85B669A6DEF}" srcOrd="1" destOrd="0" presId="urn:microsoft.com/office/officeart/2016/7/layout/BasicLinearProcessNumbered"/>
    <dgm:cxn modelId="{F4078D7E-0D49-43C3-8CBA-BB5A8333139C}" type="presOf" srcId="{E292103B-7026-4800-A3BD-0EEE8311529E}" destId="{217D40A9-B38E-4F2B-A7A9-1F39A27A1F37}" srcOrd="1" destOrd="0" presId="urn:microsoft.com/office/officeart/2016/7/layout/BasicLinearProcessNumbered"/>
    <dgm:cxn modelId="{3A7273A0-5446-4DA9-BD67-D9D8401C0600}" srcId="{61BD15E1-B140-4AA9-8926-E9AE1E44BECE}" destId="{E292103B-7026-4800-A3BD-0EEE8311529E}" srcOrd="1" destOrd="0" parTransId="{6A80AAF4-B110-4367-AD58-87D41A3EC779}" sibTransId="{2042F0DE-CD04-4DA6-8E0C-CA0646030ED7}"/>
    <dgm:cxn modelId="{776E56A3-0A93-43C7-911F-60FF1C376ADD}" type="presOf" srcId="{4D04F44A-4393-4768-B215-F81C48FB1BC2}" destId="{02972139-E27E-4568-A1EB-EA5C1268E3C7}" srcOrd="0" destOrd="0" presId="urn:microsoft.com/office/officeart/2016/7/layout/BasicLinearProcessNumbered"/>
    <dgm:cxn modelId="{DF6888B8-5F01-42D0-B63A-3B3A9179D4B8}" type="presOf" srcId="{4D04F44A-4393-4768-B215-F81C48FB1BC2}" destId="{0B5BF7D2-FC91-446A-92D4-3A60688DA013}" srcOrd="1" destOrd="0" presId="urn:microsoft.com/office/officeart/2016/7/layout/BasicLinearProcessNumbered"/>
    <dgm:cxn modelId="{2E9A09C4-0A21-438E-9C4E-C9664C65BF80}" type="presOf" srcId="{2042F0DE-CD04-4DA6-8E0C-CA0646030ED7}" destId="{7507A73D-989C-406B-B619-E43EF168E187}" srcOrd="0" destOrd="0" presId="urn:microsoft.com/office/officeart/2016/7/layout/BasicLinearProcessNumbered"/>
    <dgm:cxn modelId="{95D428E0-2FBF-4ECB-A7C7-A83893FBD642}" type="presOf" srcId="{25260D2E-A714-4059-80A0-B12A27D22F6C}" destId="{B64B602F-E67B-4D03-971C-E104CC0C2E57}" srcOrd="0" destOrd="0" presId="urn:microsoft.com/office/officeart/2016/7/layout/BasicLinearProcessNumbered"/>
    <dgm:cxn modelId="{BB8DAFFE-658E-4C74-98C3-A79C0DD2B105}" type="presParOf" srcId="{709CC99D-8B72-4932-9EE5-35D965335B70}" destId="{2ED45C3F-6233-4BA2-9C1E-66D53245F358}" srcOrd="0" destOrd="0" presId="urn:microsoft.com/office/officeart/2016/7/layout/BasicLinearProcessNumbered"/>
    <dgm:cxn modelId="{40DF7DF2-47CB-4A32-B83C-89DD9B81C033}" type="presParOf" srcId="{2ED45C3F-6233-4BA2-9C1E-66D53245F358}" destId="{02972139-E27E-4568-A1EB-EA5C1268E3C7}" srcOrd="0" destOrd="0" presId="urn:microsoft.com/office/officeart/2016/7/layout/BasicLinearProcessNumbered"/>
    <dgm:cxn modelId="{1970839B-B11D-4443-AB24-B6A26626C5A9}" type="presParOf" srcId="{2ED45C3F-6233-4BA2-9C1E-66D53245F358}" destId="{86CAC1FD-947B-4E54-AFE7-C9D442B42015}" srcOrd="1" destOrd="0" presId="urn:microsoft.com/office/officeart/2016/7/layout/BasicLinearProcessNumbered"/>
    <dgm:cxn modelId="{5BA64C25-4D70-4804-A590-63AD7A8F70AA}" type="presParOf" srcId="{2ED45C3F-6233-4BA2-9C1E-66D53245F358}" destId="{E9ED091D-3EC4-4CBB-BFF2-06BB7FB657C3}" srcOrd="2" destOrd="0" presId="urn:microsoft.com/office/officeart/2016/7/layout/BasicLinearProcessNumbered"/>
    <dgm:cxn modelId="{8A8C23E5-12B8-4A45-9C4E-0B23FC57B5CB}" type="presParOf" srcId="{2ED45C3F-6233-4BA2-9C1E-66D53245F358}" destId="{0B5BF7D2-FC91-446A-92D4-3A60688DA013}" srcOrd="3" destOrd="0" presId="urn:microsoft.com/office/officeart/2016/7/layout/BasicLinearProcessNumbered"/>
    <dgm:cxn modelId="{D02EB17F-853D-49D4-874B-16CADE48E34F}" type="presParOf" srcId="{709CC99D-8B72-4932-9EE5-35D965335B70}" destId="{3BE4D249-0686-4293-AC4E-25ACFB0D8A49}" srcOrd="1" destOrd="0" presId="urn:microsoft.com/office/officeart/2016/7/layout/BasicLinearProcessNumbered"/>
    <dgm:cxn modelId="{C6AC87AA-1FA1-42E0-B34C-117F63CC54E1}" type="presParOf" srcId="{709CC99D-8B72-4932-9EE5-35D965335B70}" destId="{F7AF23C1-DC4F-484F-9A12-551012201B6C}" srcOrd="2" destOrd="0" presId="urn:microsoft.com/office/officeart/2016/7/layout/BasicLinearProcessNumbered"/>
    <dgm:cxn modelId="{52E2B4C8-75D8-42C7-A5E6-D473001D36BD}" type="presParOf" srcId="{F7AF23C1-DC4F-484F-9A12-551012201B6C}" destId="{866C27F3-283C-45A3-939D-0B56B475D2ED}" srcOrd="0" destOrd="0" presId="urn:microsoft.com/office/officeart/2016/7/layout/BasicLinearProcessNumbered"/>
    <dgm:cxn modelId="{029BFDB5-02D6-4A33-BC78-2EC1310CF517}" type="presParOf" srcId="{F7AF23C1-DC4F-484F-9A12-551012201B6C}" destId="{7507A73D-989C-406B-B619-E43EF168E187}" srcOrd="1" destOrd="0" presId="urn:microsoft.com/office/officeart/2016/7/layout/BasicLinearProcessNumbered"/>
    <dgm:cxn modelId="{AB0F5C50-A90D-4E6C-83F1-C5072AE0D2E9}" type="presParOf" srcId="{F7AF23C1-DC4F-484F-9A12-551012201B6C}" destId="{0E9F5F2E-7009-4302-AFB9-5E8828CE3238}" srcOrd="2" destOrd="0" presId="urn:microsoft.com/office/officeart/2016/7/layout/BasicLinearProcessNumbered"/>
    <dgm:cxn modelId="{10E272A7-30FC-4ECD-9913-A534C3194433}" type="presParOf" srcId="{F7AF23C1-DC4F-484F-9A12-551012201B6C}" destId="{217D40A9-B38E-4F2B-A7A9-1F39A27A1F37}" srcOrd="3" destOrd="0" presId="urn:microsoft.com/office/officeart/2016/7/layout/BasicLinearProcessNumbered"/>
    <dgm:cxn modelId="{5727CF8E-2E33-485B-8688-3BCB243A2957}" type="presParOf" srcId="{709CC99D-8B72-4932-9EE5-35D965335B70}" destId="{C5230807-66E9-4F64-A314-CEFA77250FA6}" srcOrd="3" destOrd="0" presId="urn:microsoft.com/office/officeart/2016/7/layout/BasicLinearProcessNumbered"/>
    <dgm:cxn modelId="{4D82D2E7-A1C4-4A6F-A8C6-AAB5C851B8E7}" type="presParOf" srcId="{709CC99D-8B72-4932-9EE5-35D965335B70}" destId="{2CFC159E-7504-4F7F-AEE2-54117CDB477F}" srcOrd="4" destOrd="0" presId="urn:microsoft.com/office/officeart/2016/7/layout/BasicLinearProcessNumbered"/>
    <dgm:cxn modelId="{BEC1D1DC-CDF5-4C36-A03F-69C7184BD11A}" type="presParOf" srcId="{2CFC159E-7504-4F7F-AEE2-54117CDB477F}" destId="{B64B602F-E67B-4D03-971C-E104CC0C2E57}" srcOrd="0" destOrd="0" presId="urn:microsoft.com/office/officeart/2016/7/layout/BasicLinearProcessNumbered"/>
    <dgm:cxn modelId="{FFD29AA1-D2F5-42D9-81D2-AC4B94C5F833}" type="presParOf" srcId="{2CFC159E-7504-4F7F-AEE2-54117CDB477F}" destId="{334345BC-61F2-4C01-9639-39CF97D1D242}" srcOrd="1" destOrd="0" presId="urn:microsoft.com/office/officeart/2016/7/layout/BasicLinearProcessNumbered"/>
    <dgm:cxn modelId="{02E72A5F-5E07-40EB-B66E-438ECE6FA063}" type="presParOf" srcId="{2CFC159E-7504-4F7F-AEE2-54117CDB477F}" destId="{0332D7A8-E2AA-45D6-B3F2-9754620E6766}" srcOrd="2" destOrd="0" presId="urn:microsoft.com/office/officeart/2016/7/layout/BasicLinearProcessNumbered"/>
    <dgm:cxn modelId="{0A3F24AC-2442-4415-A4F1-982ECB9D2861}" type="presParOf" srcId="{2CFC159E-7504-4F7F-AEE2-54117CDB477F}" destId="{059230FE-2C54-40A2-822E-C85B669A6DEF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D486973-6C35-412D-8243-014D9A131FAE}" type="doc">
      <dgm:prSet loTypeId="urn:microsoft.com/office/officeart/2009/3/layout/StepUpProcess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8D8FB5D-3312-44E6-A757-7711E51FD374}">
      <dgm:prSet/>
      <dgm:spPr/>
      <dgm:t>
        <a:bodyPr/>
        <a:lstStyle/>
        <a:p>
          <a:r>
            <a:rPr lang="en-US" b="0" i="0" baseline="0"/>
            <a:t>Load clean speech (ground truth).</a:t>
          </a:r>
          <a:endParaRPr lang="en-US"/>
        </a:p>
      </dgm:t>
    </dgm:pt>
    <dgm:pt modelId="{D99CEF4E-210A-48CC-83EF-41331B028A78}" type="parTrans" cxnId="{E1CB5385-4C98-4953-A0D8-437BA16FF562}">
      <dgm:prSet/>
      <dgm:spPr/>
      <dgm:t>
        <a:bodyPr/>
        <a:lstStyle/>
        <a:p>
          <a:endParaRPr lang="en-US"/>
        </a:p>
      </dgm:t>
    </dgm:pt>
    <dgm:pt modelId="{6CE474DC-E3CD-40D2-8BF9-EB8E31FE5B41}" type="sibTrans" cxnId="{E1CB5385-4C98-4953-A0D8-437BA16FF562}">
      <dgm:prSet/>
      <dgm:spPr/>
      <dgm:t>
        <a:bodyPr/>
        <a:lstStyle/>
        <a:p>
          <a:endParaRPr lang="en-US"/>
        </a:p>
      </dgm:t>
    </dgm:pt>
    <dgm:pt modelId="{FBCF7F72-2120-48F3-A73F-4B0CD60945A6}">
      <dgm:prSet/>
      <dgm:spPr/>
      <dgm:t>
        <a:bodyPr/>
        <a:lstStyle/>
        <a:p>
          <a:r>
            <a:rPr lang="en-US" b="0" i="0" baseline="0"/>
            <a:t>Modulate with 4 kHz carrier.</a:t>
          </a:r>
          <a:endParaRPr lang="en-US"/>
        </a:p>
      </dgm:t>
    </dgm:pt>
    <dgm:pt modelId="{17313EB6-605B-407D-AF5C-FE58480E97B6}" type="parTrans" cxnId="{6E13B6F3-3A1D-413E-BA38-657EE7D0BE3E}">
      <dgm:prSet/>
      <dgm:spPr/>
      <dgm:t>
        <a:bodyPr/>
        <a:lstStyle/>
        <a:p>
          <a:endParaRPr lang="en-US"/>
        </a:p>
      </dgm:t>
    </dgm:pt>
    <dgm:pt modelId="{72880F5E-81A5-4BCA-9DDE-E133555AF484}" type="sibTrans" cxnId="{6E13B6F3-3A1D-413E-BA38-657EE7D0BE3E}">
      <dgm:prSet/>
      <dgm:spPr/>
      <dgm:t>
        <a:bodyPr/>
        <a:lstStyle/>
        <a:p>
          <a:endParaRPr lang="en-US"/>
        </a:p>
      </dgm:t>
    </dgm:pt>
    <dgm:pt modelId="{15B7E130-B12D-4A26-9DC3-2E2DB05BC9D8}">
      <dgm:prSet/>
      <dgm:spPr/>
      <dgm:t>
        <a:bodyPr/>
        <a:lstStyle/>
        <a:p>
          <a:r>
            <a:rPr lang="en-US" b="0" i="0" baseline="0"/>
            <a:t>Inject pink noise at different SNR levels.</a:t>
          </a:r>
          <a:endParaRPr lang="en-US"/>
        </a:p>
      </dgm:t>
    </dgm:pt>
    <dgm:pt modelId="{106752E2-DDBF-4176-84C6-E5EF0CD41610}" type="parTrans" cxnId="{165A1504-82FE-44A7-8BC9-3527A6D64396}">
      <dgm:prSet/>
      <dgm:spPr/>
      <dgm:t>
        <a:bodyPr/>
        <a:lstStyle/>
        <a:p>
          <a:endParaRPr lang="en-US"/>
        </a:p>
      </dgm:t>
    </dgm:pt>
    <dgm:pt modelId="{333F79DB-2CD6-4294-B937-F9B166438FEE}" type="sibTrans" cxnId="{165A1504-82FE-44A7-8BC9-3527A6D64396}">
      <dgm:prSet/>
      <dgm:spPr/>
      <dgm:t>
        <a:bodyPr/>
        <a:lstStyle/>
        <a:p>
          <a:endParaRPr lang="en-US"/>
        </a:p>
      </dgm:t>
    </dgm:pt>
    <dgm:pt modelId="{F4801174-5BC2-4D2C-9C6D-40EC4993DF49}">
      <dgm:prSet/>
      <dgm:spPr/>
      <dgm:t>
        <a:bodyPr/>
        <a:lstStyle/>
        <a:p>
          <a:r>
            <a:rPr lang="en-US" b="0" i="0" baseline="0"/>
            <a:t>Demodulate using envelope detection (rectifier + low-pass).</a:t>
          </a:r>
          <a:endParaRPr lang="en-US"/>
        </a:p>
      </dgm:t>
    </dgm:pt>
    <dgm:pt modelId="{6C9C7FBD-FE02-45EB-A330-5126E7C30C33}" type="parTrans" cxnId="{F65B0093-27B6-46DD-8FC3-9001388171FA}">
      <dgm:prSet/>
      <dgm:spPr/>
      <dgm:t>
        <a:bodyPr/>
        <a:lstStyle/>
        <a:p>
          <a:endParaRPr lang="en-US"/>
        </a:p>
      </dgm:t>
    </dgm:pt>
    <dgm:pt modelId="{B1A5339E-D655-4B75-9261-5843FFF99E1A}" type="sibTrans" cxnId="{F65B0093-27B6-46DD-8FC3-9001388171FA}">
      <dgm:prSet/>
      <dgm:spPr/>
      <dgm:t>
        <a:bodyPr/>
        <a:lstStyle/>
        <a:p>
          <a:endParaRPr lang="en-US"/>
        </a:p>
      </dgm:t>
    </dgm:pt>
    <dgm:pt modelId="{7598E9CE-66F0-4F77-9362-64312E3841BF}">
      <dgm:prSet/>
      <dgm:spPr/>
      <dgm:t>
        <a:bodyPr/>
        <a:lstStyle/>
        <a:p>
          <a:r>
            <a:rPr lang="en-US" b="0" i="0" baseline="0"/>
            <a:t>Enhance with AI denoiser.</a:t>
          </a:r>
          <a:endParaRPr lang="en-US"/>
        </a:p>
      </dgm:t>
    </dgm:pt>
    <dgm:pt modelId="{68222C15-1C7C-47E2-AB1A-EA38B497CBEE}" type="parTrans" cxnId="{044B30D8-3820-4560-B558-61D979B31D71}">
      <dgm:prSet/>
      <dgm:spPr/>
      <dgm:t>
        <a:bodyPr/>
        <a:lstStyle/>
        <a:p>
          <a:endParaRPr lang="en-US"/>
        </a:p>
      </dgm:t>
    </dgm:pt>
    <dgm:pt modelId="{823D6249-3A94-4FED-BC77-9BE693567195}" type="sibTrans" cxnId="{044B30D8-3820-4560-B558-61D979B31D71}">
      <dgm:prSet/>
      <dgm:spPr/>
      <dgm:t>
        <a:bodyPr/>
        <a:lstStyle/>
        <a:p>
          <a:endParaRPr lang="en-US"/>
        </a:p>
      </dgm:t>
    </dgm:pt>
    <dgm:pt modelId="{5A1EE52B-8593-4449-8B7E-2BA9222A11DB}">
      <dgm:prSet/>
      <dgm:spPr/>
      <dgm:t>
        <a:bodyPr/>
        <a:lstStyle/>
        <a:p>
          <a:r>
            <a:rPr lang="en-US" b="0" i="0" baseline="0"/>
            <a:t>Evaluate intelligibility using Whisper ASR.</a:t>
          </a:r>
          <a:endParaRPr lang="en-US"/>
        </a:p>
      </dgm:t>
    </dgm:pt>
    <dgm:pt modelId="{1B2E2A06-6882-47B1-83C1-4069729DC656}" type="parTrans" cxnId="{58D15181-FF05-4A3B-8902-4755B88C34AC}">
      <dgm:prSet/>
      <dgm:spPr/>
      <dgm:t>
        <a:bodyPr/>
        <a:lstStyle/>
        <a:p>
          <a:endParaRPr lang="en-US"/>
        </a:p>
      </dgm:t>
    </dgm:pt>
    <dgm:pt modelId="{A4A5EFD6-9A26-420E-BB85-8F9644839E30}" type="sibTrans" cxnId="{58D15181-FF05-4A3B-8902-4755B88C34AC}">
      <dgm:prSet/>
      <dgm:spPr/>
      <dgm:t>
        <a:bodyPr/>
        <a:lstStyle/>
        <a:p>
          <a:endParaRPr lang="en-US"/>
        </a:p>
      </dgm:t>
    </dgm:pt>
    <dgm:pt modelId="{A2B9E7D7-514C-4414-8ED2-73DED69C606B}" type="pres">
      <dgm:prSet presAssocID="{CD486973-6C35-412D-8243-014D9A131FAE}" presName="rootnode" presStyleCnt="0">
        <dgm:presLayoutVars>
          <dgm:chMax/>
          <dgm:chPref/>
          <dgm:dir/>
          <dgm:animLvl val="lvl"/>
        </dgm:presLayoutVars>
      </dgm:prSet>
      <dgm:spPr/>
    </dgm:pt>
    <dgm:pt modelId="{901BEC17-D88A-4EA7-AD37-9D31EAAFF8DF}" type="pres">
      <dgm:prSet presAssocID="{18D8FB5D-3312-44E6-A757-7711E51FD374}" presName="composite" presStyleCnt="0"/>
      <dgm:spPr/>
    </dgm:pt>
    <dgm:pt modelId="{DC9FB38A-7097-4697-8D72-55C53662E115}" type="pres">
      <dgm:prSet presAssocID="{18D8FB5D-3312-44E6-A757-7711E51FD374}" presName="LShape" presStyleLbl="alignNode1" presStyleIdx="0" presStyleCnt="11"/>
      <dgm:spPr/>
    </dgm:pt>
    <dgm:pt modelId="{6B571EDA-8435-4F66-923D-37B0839304D9}" type="pres">
      <dgm:prSet presAssocID="{18D8FB5D-3312-44E6-A757-7711E51FD374}" presName="ParentText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60257A05-DC6D-499B-B618-03E1C89E4B17}" type="pres">
      <dgm:prSet presAssocID="{18D8FB5D-3312-44E6-A757-7711E51FD374}" presName="Triangle" presStyleLbl="alignNode1" presStyleIdx="1" presStyleCnt="11"/>
      <dgm:spPr/>
    </dgm:pt>
    <dgm:pt modelId="{CABD5203-C5CB-4469-8E01-C9A87B9D4289}" type="pres">
      <dgm:prSet presAssocID="{6CE474DC-E3CD-40D2-8BF9-EB8E31FE5B41}" presName="sibTrans" presStyleCnt="0"/>
      <dgm:spPr/>
    </dgm:pt>
    <dgm:pt modelId="{7FBD21F6-CC8F-422B-90B7-82088C5250BC}" type="pres">
      <dgm:prSet presAssocID="{6CE474DC-E3CD-40D2-8BF9-EB8E31FE5B41}" presName="space" presStyleCnt="0"/>
      <dgm:spPr/>
    </dgm:pt>
    <dgm:pt modelId="{E2BABC15-9651-41CB-9F00-C849951F4348}" type="pres">
      <dgm:prSet presAssocID="{FBCF7F72-2120-48F3-A73F-4B0CD60945A6}" presName="composite" presStyleCnt="0"/>
      <dgm:spPr/>
    </dgm:pt>
    <dgm:pt modelId="{9F6640C5-CCF9-401C-8810-EE14193CB597}" type="pres">
      <dgm:prSet presAssocID="{FBCF7F72-2120-48F3-A73F-4B0CD60945A6}" presName="LShape" presStyleLbl="alignNode1" presStyleIdx="2" presStyleCnt="11"/>
      <dgm:spPr/>
    </dgm:pt>
    <dgm:pt modelId="{BBD39844-DA1F-4FF5-925E-41C82BD75874}" type="pres">
      <dgm:prSet presAssocID="{FBCF7F72-2120-48F3-A73F-4B0CD60945A6}" presName="ParentText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A8D2EBE0-7A93-46D1-B383-39EFA73CFC8E}" type="pres">
      <dgm:prSet presAssocID="{FBCF7F72-2120-48F3-A73F-4B0CD60945A6}" presName="Triangle" presStyleLbl="alignNode1" presStyleIdx="3" presStyleCnt="11"/>
      <dgm:spPr/>
    </dgm:pt>
    <dgm:pt modelId="{5460EE33-B324-4306-9D52-1461829E0931}" type="pres">
      <dgm:prSet presAssocID="{72880F5E-81A5-4BCA-9DDE-E133555AF484}" presName="sibTrans" presStyleCnt="0"/>
      <dgm:spPr/>
    </dgm:pt>
    <dgm:pt modelId="{4A4B7539-0C3A-4E64-8EAE-ED07B06F457E}" type="pres">
      <dgm:prSet presAssocID="{72880F5E-81A5-4BCA-9DDE-E133555AF484}" presName="space" presStyleCnt="0"/>
      <dgm:spPr/>
    </dgm:pt>
    <dgm:pt modelId="{319BDC05-5976-49E3-9D58-12250567F377}" type="pres">
      <dgm:prSet presAssocID="{15B7E130-B12D-4A26-9DC3-2E2DB05BC9D8}" presName="composite" presStyleCnt="0"/>
      <dgm:spPr/>
    </dgm:pt>
    <dgm:pt modelId="{CD5BB742-302F-4E27-9335-857EB4253A65}" type="pres">
      <dgm:prSet presAssocID="{15B7E130-B12D-4A26-9DC3-2E2DB05BC9D8}" presName="LShape" presStyleLbl="alignNode1" presStyleIdx="4" presStyleCnt="11"/>
      <dgm:spPr/>
    </dgm:pt>
    <dgm:pt modelId="{06262551-8A90-4F85-B208-2DBA882B4BBD}" type="pres">
      <dgm:prSet presAssocID="{15B7E130-B12D-4A26-9DC3-2E2DB05BC9D8}" presName="ParentText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DBF27BAC-2620-4EFA-83CD-9FEB41A4C164}" type="pres">
      <dgm:prSet presAssocID="{15B7E130-B12D-4A26-9DC3-2E2DB05BC9D8}" presName="Triangle" presStyleLbl="alignNode1" presStyleIdx="5" presStyleCnt="11"/>
      <dgm:spPr/>
    </dgm:pt>
    <dgm:pt modelId="{EFC47257-DB4B-46F5-8C01-12B5D3183053}" type="pres">
      <dgm:prSet presAssocID="{333F79DB-2CD6-4294-B937-F9B166438FEE}" presName="sibTrans" presStyleCnt="0"/>
      <dgm:spPr/>
    </dgm:pt>
    <dgm:pt modelId="{0DB0FB19-7918-4FCE-B7BF-96B82276083F}" type="pres">
      <dgm:prSet presAssocID="{333F79DB-2CD6-4294-B937-F9B166438FEE}" presName="space" presStyleCnt="0"/>
      <dgm:spPr/>
    </dgm:pt>
    <dgm:pt modelId="{6499F2EB-A9E5-4D3B-8D44-37531A7D0596}" type="pres">
      <dgm:prSet presAssocID="{F4801174-5BC2-4D2C-9C6D-40EC4993DF49}" presName="composite" presStyleCnt="0"/>
      <dgm:spPr/>
    </dgm:pt>
    <dgm:pt modelId="{559051DE-4188-46A1-8357-88F472E8C3BC}" type="pres">
      <dgm:prSet presAssocID="{F4801174-5BC2-4D2C-9C6D-40EC4993DF49}" presName="LShape" presStyleLbl="alignNode1" presStyleIdx="6" presStyleCnt="11"/>
      <dgm:spPr/>
    </dgm:pt>
    <dgm:pt modelId="{83CAB3D0-7BC5-4127-BC87-FDED4CCDB000}" type="pres">
      <dgm:prSet presAssocID="{F4801174-5BC2-4D2C-9C6D-40EC4993DF49}" presName="ParentText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90564E98-A476-41AC-91AD-2767C8614A1E}" type="pres">
      <dgm:prSet presAssocID="{F4801174-5BC2-4D2C-9C6D-40EC4993DF49}" presName="Triangle" presStyleLbl="alignNode1" presStyleIdx="7" presStyleCnt="11"/>
      <dgm:spPr/>
    </dgm:pt>
    <dgm:pt modelId="{77233C44-C031-47F5-9EAD-68B9A94EBD2D}" type="pres">
      <dgm:prSet presAssocID="{B1A5339E-D655-4B75-9261-5843FFF99E1A}" presName="sibTrans" presStyleCnt="0"/>
      <dgm:spPr/>
    </dgm:pt>
    <dgm:pt modelId="{6ECB3B8D-4E42-4858-A178-4B3DD19657DD}" type="pres">
      <dgm:prSet presAssocID="{B1A5339E-D655-4B75-9261-5843FFF99E1A}" presName="space" presStyleCnt="0"/>
      <dgm:spPr/>
    </dgm:pt>
    <dgm:pt modelId="{E340AE65-BC8B-4129-9273-2264FDB52490}" type="pres">
      <dgm:prSet presAssocID="{7598E9CE-66F0-4F77-9362-64312E3841BF}" presName="composite" presStyleCnt="0"/>
      <dgm:spPr/>
    </dgm:pt>
    <dgm:pt modelId="{54D5D848-3521-411D-90FF-B931452A121E}" type="pres">
      <dgm:prSet presAssocID="{7598E9CE-66F0-4F77-9362-64312E3841BF}" presName="LShape" presStyleLbl="alignNode1" presStyleIdx="8" presStyleCnt="11"/>
      <dgm:spPr/>
    </dgm:pt>
    <dgm:pt modelId="{E590B317-A77B-4526-997F-C34713F6C1C3}" type="pres">
      <dgm:prSet presAssocID="{7598E9CE-66F0-4F77-9362-64312E3841BF}" presName="ParentText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F9B9D4F3-DFA3-47EC-B3F3-633EC611E3E4}" type="pres">
      <dgm:prSet presAssocID="{7598E9CE-66F0-4F77-9362-64312E3841BF}" presName="Triangle" presStyleLbl="alignNode1" presStyleIdx="9" presStyleCnt="11"/>
      <dgm:spPr/>
    </dgm:pt>
    <dgm:pt modelId="{8BC59F7D-904A-444A-A08A-ABC3950EE8C4}" type="pres">
      <dgm:prSet presAssocID="{823D6249-3A94-4FED-BC77-9BE693567195}" presName="sibTrans" presStyleCnt="0"/>
      <dgm:spPr/>
    </dgm:pt>
    <dgm:pt modelId="{E8D3F8F3-EA76-47FB-86F5-D87E19515BD0}" type="pres">
      <dgm:prSet presAssocID="{823D6249-3A94-4FED-BC77-9BE693567195}" presName="space" presStyleCnt="0"/>
      <dgm:spPr/>
    </dgm:pt>
    <dgm:pt modelId="{1ADB1735-1D1E-40EA-A1F1-E7DB4174FBC2}" type="pres">
      <dgm:prSet presAssocID="{5A1EE52B-8593-4449-8B7E-2BA9222A11DB}" presName="composite" presStyleCnt="0"/>
      <dgm:spPr/>
    </dgm:pt>
    <dgm:pt modelId="{EEE2CEB4-80BF-48F8-8CD6-DDE23FEACD35}" type="pres">
      <dgm:prSet presAssocID="{5A1EE52B-8593-4449-8B7E-2BA9222A11DB}" presName="LShape" presStyleLbl="alignNode1" presStyleIdx="10" presStyleCnt="11"/>
      <dgm:spPr/>
    </dgm:pt>
    <dgm:pt modelId="{38481D5D-3B69-46C0-8AA1-A48287A6E4A7}" type="pres">
      <dgm:prSet presAssocID="{5A1EE52B-8593-4449-8B7E-2BA9222A11DB}" presName="ParentText" presStyleLbl="revTx" presStyleIdx="5" presStyleCnt="6">
        <dgm:presLayoutVars>
          <dgm:chMax val="0"/>
          <dgm:chPref val="0"/>
          <dgm:bulletEnabled val="1"/>
        </dgm:presLayoutVars>
      </dgm:prSet>
      <dgm:spPr/>
    </dgm:pt>
  </dgm:ptLst>
  <dgm:cxnLst>
    <dgm:cxn modelId="{165A1504-82FE-44A7-8BC9-3527A6D64396}" srcId="{CD486973-6C35-412D-8243-014D9A131FAE}" destId="{15B7E130-B12D-4A26-9DC3-2E2DB05BC9D8}" srcOrd="2" destOrd="0" parTransId="{106752E2-DDBF-4176-84C6-E5EF0CD41610}" sibTransId="{333F79DB-2CD6-4294-B937-F9B166438FEE}"/>
    <dgm:cxn modelId="{538ED938-A9C2-4F99-BB02-ED83BF3897B9}" type="presOf" srcId="{F4801174-5BC2-4D2C-9C6D-40EC4993DF49}" destId="{83CAB3D0-7BC5-4127-BC87-FDED4CCDB000}" srcOrd="0" destOrd="0" presId="urn:microsoft.com/office/officeart/2009/3/layout/StepUpProcess"/>
    <dgm:cxn modelId="{C5B8F467-BEB0-42B1-96C2-DA413174F6CE}" type="presOf" srcId="{7598E9CE-66F0-4F77-9362-64312E3841BF}" destId="{E590B317-A77B-4526-997F-C34713F6C1C3}" srcOrd="0" destOrd="0" presId="urn:microsoft.com/office/officeart/2009/3/layout/StepUpProcess"/>
    <dgm:cxn modelId="{2155307F-1E98-4B37-8B4E-7C08B35C09CB}" type="presOf" srcId="{18D8FB5D-3312-44E6-A757-7711E51FD374}" destId="{6B571EDA-8435-4F66-923D-37B0839304D9}" srcOrd="0" destOrd="0" presId="urn:microsoft.com/office/officeart/2009/3/layout/StepUpProcess"/>
    <dgm:cxn modelId="{58D15181-FF05-4A3B-8902-4755B88C34AC}" srcId="{CD486973-6C35-412D-8243-014D9A131FAE}" destId="{5A1EE52B-8593-4449-8B7E-2BA9222A11DB}" srcOrd="5" destOrd="0" parTransId="{1B2E2A06-6882-47B1-83C1-4069729DC656}" sibTransId="{A4A5EFD6-9A26-420E-BB85-8F9644839E30}"/>
    <dgm:cxn modelId="{E1CB5385-4C98-4953-A0D8-437BA16FF562}" srcId="{CD486973-6C35-412D-8243-014D9A131FAE}" destId="{18D8FB5D-3312-44E6-A757-7711E51FD374}" srcOrd="0" destOrd="0" parTransId="{D99CEF4E-210A-48CC-83EF-41331B028A78}" sibTransId="{6CE474DC-E3CD-40D2-8BF9-EB8E31FE5B41}"/>
    <dgm:cxn modelId="{F65B0093-27B6-46DD-8FC3-9001388171FA}" srcId="{CD486973-6C35-412D-8243-014D9A131FAE}" destId="{F4801174-5BC2-4D2C-9C6D-40EC4993DF49}" srcOrd="3" destOrd="0" parTransId="{6C9C7FBD-FE02-45EB-A330-5126E7C30C33}" sibTransId="{B1A5339E-D655-4B75-9261-5843FFF99E1A}"/>
    <dgm:cxn modelId="{093B3EA0-C968-4C3D-88B7-240EA3CB43ED}" type="presOf" srcId="{FBCF7F72-2120-48F3-A73F-4B0CD60945A6}" destId="{BBD39844-DA1F-4FF5-925E-41C82BD75874}" srcOrd="0" destOrd="0" presId="urn:microsoft.com/office/officeart/2009/3/layout/StepUpProcess"/>
    <dgm:cxn modelId="{AE6DCCCE-7443-462A-B56A-0AD66BF6FB4D}" type="presOf" srcId="{CD486973-6C35-412D-8243-014D9A131FAE}" destId="{A2B9E7D7-514C-4414-8ED2-73DED69C606B}" srcOrd="0" destOrd="0" presId="urn:microsoft.com/office/officeart/2009/3/layout/StepUpProcess"/>
    <dgm:cxn modelId="{9C05D7D5-8FEC-432D-B3C9-2352BF1C56DD}" type="presOf" srcId="{15B7E130-B12D-4A26-9DC3-2E2DB05BC9D8}" destId="{06262551-8A90-4F85-B208-2DBA882B4BBD}" srcOrd="0" destOrd="0" presId="urn:microsoft.com/office/officeart/2009/3/layout/StepUpProcess"/>
    <dgm:cxn modelId="{044B30D8-3820-4560-B558-61D979B31D71}" srcId="{CD486973-6C35-412D-8243-014D9A131FAE}" destId="{7598E9CE-66F0-4F77-9362-64312E3841BF}" srcOrd="4" destOrd="0" parTransId="{68222C15-1C7C-47E2-AB1A-EA38B497CBEE}" sibTransId="{823D6249-3A94-4FED-BC77-9BE693567195}"/>
    <dgm:cxn modelId="{6E13B6F3-3A1D-413E-BA38-657EE7D0BE3E}" srcId="{CD486973-6C35-412D-8243-014D9A131FAE}" destId="{FBCF7F72-2120-48F3-A73F-4B0CD60945A6}" srcOrd="1" destOrd="0" parTransId="{17313EB6-605B-407D-AF5C-FE58480E97B6}" sibTransId="{72880F5E-81A5-4BCA-9DDE-E133555AF484}"/>
    <dgm:cxn modelId="{2FB1FCF4-AD17-40F2-A4C0-B14D7E4A0EDE}" type="presOf" srcId="{5A1EE52B-8593-4449-8B7E-2BA9222A11DB}" destId="{38481D5D-3B69-46C0-8AA1-A48287A6E4A7}" srcOrd="0" destOrd="0" presId="urn:microsoft.com/office/officeart/2009/3/layout/StepUpProcess"/>
    <dgm:cxn modelId="{3487B518-CDA0-4D25-9FD4-C7EE545E21EC}" type="presParOf" srcId="{A2B9E7D7-514C-4414-8ED2-73DED69C606B}" destId="{901BEC17-D88A-4EA7-AD37-9D31EAAFF8DF}" srcOrd="0" destOrd="0" presId="urn:microsoft.com/office/officeart/2009/3/layout/StepUpProcess"/>
    <dgm:cxn modelId="{977F2305-0D0B-41F7-8E91-E37B2DE17EEF}" type="presParOf" srcId="{901BEC17-D88A-4EA7-AD37-9D31EAAFF8DF}" destId="{DC9FB38A-7097-4697-8D72-55C53662E115}" srcOrd="0" destOrd="0" presId="urn:microsoft.com/office/officeart/2009/3/layout/StepUpProcess"/>
    <dgm:cxn modelId="{C1FA5953-05B6-46F9-8636-BCAE4B36CF78}" type="presParOf" srcId="{901BEC17-D88A-4EA7-AD37-9D31EAAFF8DF}" destId="{6B571EDA-8435-4F66-923D-37B0839304D9}" srcOrd="1" destOrd="0" presId="urn:microsoft.com/office/officeart/2009/3/layout/StepUpProcess"/>
    <dgm:cxn modelId="{B1DA3C45-F430-49B0-8788-47A1EB7B3585}" type="presParOf" srcId="{901BEC17-D88A-4EA7-AD37-9D31EAAFF8DF}" destId="{60257A05-DC6D-499B-B618-03E1C89E4B17}" srcOrd="2" destOrd="0" presId="urn:microsoft.com/office/officeart/2009/3/layout/StepUpProcess"/>
    <dgm:cxn modelId="{AB6E892A-D246-4CA1-AB85-972D8205B6FD}" type="presParOf" srcId="{A2B9E7D7-514C-4414-8ED2-73DED69C606B}" destId="{CABD5203-C5CB-4469-8E01-C9A87B9D4289}" srcOrd="1" destOrd="0" presId="urn:microsoft.com/office/officeart/2009/3/layout/StepUpProcess"/>
    <dgm:cxn modelId="{DAFD9B57-73CA-47C0-A0B2-E82AB3EF40DD}" type="presParOf" srcId="{CABD5203-C5CB-4469-8E01-C9A87B9D4289}" destId="{7FBD21F6-CC8F-422B-90B7-82088C5250BC}" srcOrd="0" destOrd="0" presId="urn:microsoft.com/office/officeart/2009/3/layout/StepUpProcess"/>
    <dgm:cxn modelId="{4BC78A24-509F-44B9-86D1-FB4C88E65167}" type="presParOf" srcId="{A2B9E7D7-514C-4414-8ED2-73DED69C606B}" destId="{E2BABC15-9651-41CB-9F00-C849951F4348}" srcOrd="2" destOrd="0" presId="urn:microsoft.com/office/officeart/2009/3/layout/StepUpProcess"/>
    <dgm:cxn modelId="{4E50F49B-D34C-4452-88CE-FAF1F7F95C26}" type="presParOf" srcId="{E2BABC15-9651-41CB-9F00-C849951F4348}" destId="{9F6640C5-CCF9-401C-8810-EE14193CB597}" srcOrd="0" destOrd="0" presId="urn:microsoft.com/office/officeart/2009/3/layout/StepUpProcess"/>
    <dgm:cxn modelId="{F4D31712-5162-49D0-9628-3189126E2D27}" type="presParOf" srcId="{E2BABC15-9651-41CB-9F00-C849951F4348}" destId="{BBD39844-DA1F-4FF5-925E-41C82BD75874}" srcOrd="1" destOrd="0" presId="urn:microsoft.com/office/officeart/2009/3/layout/StepUpProcess"/>
    <dgm:cxn modelId="{BCF6737A-09A1-48E2-AA26-D0D362FC9501}" type="presParOf" srcId="{E2BABC15-9651-41CB-9F00-C849951F4348}" destId="{A8D2EBE0-7A93-46D1-B383-39EFA73CFC8E}" srcOrd="2" destOrd="0" presId="urn:microsoft.com/office/officeart/2009/3/layout/StepUpProcess"/>
    <dgm:cxn modelId="{8DC4F689-18E3-4176-A021-9C9B686D653C}" type="presParOf" srcId="{A2B9E7D7-514C-4414-8ED2-73DED69C606B}" destId="{5460EE33-B324-4306-9D52-1461829E0931}" srcOrd="3" destOrd="0" presId="urn:microsoft.com/office/officeart/2009/3/layout/StepUpProcess"/>
    <dgm:cxn modelId="{F8BE43D9-A991-48EB-8B51-825C9A9DA0C2}" type="presParOf" srcId="{5460EE33-B324-4306-9D52-1461829E0931}" destId="{4A4B7539-0C3A-4E64-8EAE-ED07B06F457E}" srcOrd="0" destOrd="0" presId="urn:microsoft.com/office/officeart/2009/3/layout/StepUpProcess"/>
    <dgm:cxn modelId="{8693E041-DA90-4FED-AD41-C8BEB6DA8CA3}" type="presParOf" srcId="{A2B9E7D7-514C-4414-8ED2-73DED69C606B}" destId="{319BDC05-5976-49E3-9D58-12250567F377}" srcOrd="4" destOrd="0" presId="urn:microsoft.com/office/officeart/2009/3/layout/StepUpProcess"/>
    <dgm:cxn modelId="{DC63B6F1-D03B-4FFF-8B7A-9A35995122AB}" type="presParOf" srcId="{319BDC05-5976-49E3-9D58-12250567F377}" destId="{CD5BB742-302F-4E27-9335-857EB4253A65}" srcOrd="0" destOrd="0" presId="urn:microsoft.com/office/officeart/2009/3/layout/StepUpProcess"/>
    <dgm:cxn modelId="{91592DBD-832C-41F3-BF70-07BB65B17080}" type="presParOf" srcId="{319BDC05-5976-49E3-9D58-12250567F377}" destId="{06262551-8A90-4F85-B208-2DBA882B4BBD}" srcOrd="1" destOrd="0" presId="urn:microsoft.com/office/officeart/2009/3/layout/StepUpProcess"/>
    <dgm:cxn modelId="{C236DC52-2A50-4B01-A710-537C18B50066}" type="presParOf" srcId="{319BDC05-5976-49E3-9D58-12250567F377}" destId="{DBF27BAC-2620-4EFA-83CD-9FEB41A4C164}" srcOrd="2" destOrd="0" presId="urn:microsoft.com/office/officeart/2009/3/layout/StepUpProcess"/>
    <dgm:cxn modelId="{C4BC251A-C627-498D-B2D2-03055FCC2740}" type="presParOf" srcId="{A2B9E7D7-514C-4414-8ED2-73DED69C606B}" destId="{EFC47257-DB4B-46F5-8C01-12B5D3183053}" srcOrd="5" destOrd="0" presId="urn:microsoft.com/office/officeart/2009/3/layout/StepUpProcess"/>
    <dgm:cxn modelId="{038326C1-1DDB-4975-84FE-C340FC498444}" type="presParOf" srcId="{EFC47257-DB4B-46F5-8C01-12B5D3183053}" destId="{0DB0FB19-7918-4FCE-B7BF-96B82276083F}" srcOrd="0" destOrd="0" presId="urn:microsoft.com/office/officeart/2009/3/layout/StepUpProcess"/>
    <dgm:cxn modelId="{E01E12C3-C452-4AFD-B0E0-74560F31535B}" type="presParOf" srcId="{A2B9E7D7-514C-4414-8ED2-73DED69C606B}" destId="{6499F2EB-A9E5-4D3B-8D44-37531A7D0596}" srcOrd="6" destOrd="0" presId="urn:microsoft.com/office/officeart/2009/3/layout/StepUpProcess"/>
    <dgm:cxn modelId="{60DFBEE9-86CB-408A-9C25-5730E39BBA98}" type="presParOf" srcId="{6499F2EB-A9E5-4D3B-8D44-37531A7D0596}" destId="{559051DE-4188-46A1-8357-88F472E8C3BC}" srcOrd="0" destOrd="0" presId="urn:microsoft.com/office/officeart/2009/3/layout/StepUpProcess"/>
    <dgm:cxn modelId="{87C919A1-9456-460E-A5BC-DFCA33E1F6B5}" type="presParOf" srcId="{6499F2EB-A9E5-4D3B-8D44-37531A7D0596}" destId="{83CAB3D0-7BC5-4127-BC87-FDED4CCDB000}" srcOrd="1" destOrd="0" presId="urn:microsoft.com/office/officeart/2009/3/layout/StepUpProcess"/>
    <dgm:cxn modelId="{B262AEB4-127A-4476-B49C-A777812CACDC}" type="presParOf" srcId="{6499F2EB-A9E5-4D3B-8D44-37531A7D0596}" destId="{90564E98-A476-41AC-91AD-2767C8614A1E}" srcOrd="2" destOrd="0" presId="urn:microsoft.com/office/officeart/2009/3/layout/StepUpProcess"/>
    <dgm:cxn modelId="{FDD60356-F867-4908-8E3D-70CBDE0A823C}" type="presParOf" srcId="{A2B9E7D7-514C-4414-8ED2-73DED69C606B}" destId="{77233C44-C031-47F5-9EAD-68B9A94EBD2D}" srcOrd="7" destOrd="0" presId="urn:microsoft.com/office/officeart/2009/3/layout/StepUpProcess"/>
    <dgm:cxn modelId="{5BC68FF8-93DA-4704-B4A2-EB2CFB39BEDA}" type="presParOf" srcId="{77233C44-C031-47F5-9EAD-68B9A94EBD2D}" destId="{6ECB3B8D-4E42-4858-A178-4B3DD19657DD}" srcOrd="0" destOrd="0" presId="urn:microsoft.com/office/officeart/2009/3/layout/StepUpProcess"/>
    <dgm:cxn modelId="{17FC1731-0BB2-47E3-9A95-E19059CF3C1C}" type="presParOf" srcId="{A2B9E7D7-514C-4414-8ED2-73DED69C606B}" destId="{E340AE65-BC8B-4129-9273-2264FDB52490}" srcOrd="8" destOrd="0" presId="urn:microsoft.com/office/officeart/2009/3/layout/StepUpProcess"/>
    <dgm:cxn modelId="{8CE5AE94-3A51-45BC-8E68-362384C26DB8}" type="presParOf" srcId="{E340AE65-BC8B-4129-9273-2264FDB52490}" destId="{54D5D848-3521-411D-90FF-B931452A121E}" srcOrd="0" destOrd="0" presId="urn:microsoft.com/office/officeart/2009/3/layout/StepUpProcess"/>
    <dgm:cxn modelId="{3FF18526-02EF-4F9F-A2A7-9ADF88BC3EF1}" type="presParOf" srcId="{E340AE65-BC8B-4129-9273-2264FDB52490}" destId="{E590B317-A77B-4526-997F-C34713F6C1C3}" srcOrd="1" destOrd="0" presId="urn:microsoft.com/office/officeart/2009/3/layout/StepUpProcess"/>
    <dgm:cxn modelId="{AF66A298-B0D0-4849-A578-A555963FACE8}" type="presParOf" srcId="{E340AE65-BC8B-4129-9273-2264FDB52490}" destId="{F9B9D4F3-DFA3-47EC-B3F3-633EC611E3E4}" srcOrd="2" destOrd="0" presId="urn:microsoft.com/office/officeart/2009/3/layout/StepUpProcess"/>
    <dgm:cxn modelId="{A398D447-598C-4B2B-AD2E-23DAB9F2E568}" type="presParOf" srcId="{A2B9E7D7-514C-4414-8ED2-73DED69C606B}" destId="{8BC59F7D-904A-444A-A08A-ABC3950EE8C4}" srcOrd="9" destOrd="0" presId="urn:microsoft.com/office/officeart/2009/3/layout/StepUpProcess"/>
    <dgm:cxn modelId="{7B4CC514-CBA9-45B1-83D1-54E5127FB1E1}" type="presParOf" srcId="{8BC59F7D-904A-444A-A08A-ABC3950EE8C4}" destId="{E8D3F8F3-EA76-47FB-86F5-D87E19515BD0}" srcOrd="0" destOrd="0" presId="urn:microsoft.com/office/officeart/2009/3/layout/StepUpProcess"/>
    <dgm:cxn modelId="{8DD07CB6-3F9C-4185-A4E5-6C950D661C6D}" type="presParOf" srcId="{A2B9E7D7-514C-4414-8ED2-73DED69C606B}" destId="{1ADB1735-1D1E-40EA-A1F1-E7DB4174FBC2}" srcOrd="10" destOrd="0" presId="urn:microsoft.com/office/officeart/2009/3/layout/StepUpProcess"/>
    <dgm:cxn modelId="{4954B224-5539-4525-B2AE-EE3A7DE6BCDC}" type="presParOf" srcId="{1ADB1735-1D1E-40EA-A1F1-E7DB4174FBC2}" destId="{EEE2CEB4-80BF-48F8-8CD6-DDE23FEACD35}" srcOrd="0" destOrd="0" presId="urn:microsoft.com/office/officeart/2009/3/layout/StepUpProcess"/>
    <dgm:cxn modelId="{A6FEE7EB-FB0C-49E7-A5E9-1B289D8EA1E7}" type="presParOf" srcId="{1ADB1735-1D1E-40EA-A1F1-E7DB4174FBC2}" destId="{38481D5D-3B69-46C0-8AA1-A48287A6E4A7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FFA213C-47BB-4344-B6C1-7CB9D249EB97}" type="doc">
      <dgm:prSet loTypeId="urn:microsoft.com/office/officeart/2005/8/layout/list1" loCatId="list" qsTypeId="urn:microsoft.com/office/officeart/2005/8/quickstyle/simple4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0D9BB3BD-4FB2-4CFC-85E4-4BD637DE9A55}">
      <dgm:prSet/>
      <dgm:spPr/>
      <dgm:t>
        <a:bodyPr/>
        <a:lstStyle/>
        <a:p>
          <a:r>
            <a:rPr lang="en-IN" b="1"/>
            <a:t>Software Environment:</a:t>
          </a:r>
          <a:r>
            <a:rPr lang="en-IN"/>
            <a:t>  </a:t>
          </a:r>
          <a:endParaRPr lang="en-US"/>
        </a:p>
      </dgm:t>
    </dgm:pt>
    <dgm:pt modelId="{B35A91DF-31A6-45DE-990A-DB1D548D7C8C}" type="parTrans" cxnId="{9844AE0A-A436-407A-8653-94B394355FAB}">
      <dgm:prSet/>
      <dgm:spPr/>
      <dgm:t>
        <a:bodyPr/>
        <a:lstStyle/>
        <a:p>
          <a:endParaRPr lang="en-US"/>
        </a:p>
      </dgm:t>
    </dgm:pt>
    <dgm:pt modelId="{D6F21327-CD21-4DCE-A99B-096F969DC762}" type="sibTrans" cxnId="{9844AE0A-A436-407A-8653-94B394355FAB}">
      <dgm:prSet/>
      <dgm:spPr/>
      <dgm:t>
        <a:bodyPr/>
        <a:lstStyle/>
        <a:p>
          <a:endParaRPr lang="en-US"/>
        </a:p>
      </dgm:t>
    </dgm:pt>
    <dgm:pt modelId="{9FC00B55-4B7D-4A22-8B1A-2BE8202D055B}">
      <dgm:prSet/>
      <dgm:spPr/>
      <dgm:t>
        <a:bodyPr/>
        <a:lstStyle/>
        <a:p>
          <a:r>
            <a:rPr lang="en-IN" dirty="0"/>
            <a:t>Python 3 with Colab Notebook for modular, interactive workflow.</a:t>
          </a:r>
          <a:endParaRPr lang="en-US" dirty="0"/>
        </a:p>
      </dgm:t>
    </dgm:pt>
    <dgm:pt modelId="{6DC4B765-577B-49AA-854F-A85D5D725DF2}" type="parTrans" cxnId="{98583AAE-2987-47AB-BE99-D788C488DF39}">
      <dgm:prSet/>
      <dgm:spPr/>
      <dgm:t>
        <a:bodyPr/>
        <a:lstStyle/>
        <a:p>
          <a:endParaRPr lang="en-US"/>
        </a:p>
      </dgm:t>
    </dgm:pt>
    <dgm:pt modelId="{7F2AD6CA-D7FA-4AF4-A62C-4E06BA9D3F78}" type="sibTrans" cxnId="{98583AAE-2987-47AB-BE99-D788C488DF39}">
      <dgm:prSet/>
      <dgm:spPr/>
      <dgm:t>
        <a:bodyPr/>
        <a:lstStyle/>
        <a:p>
          <a:endParaRPr lang="en-US"/>
        </a:p>
      </dgm:t>
    </dgm:pt>
    <dgm:pt modelId="{EB33E36E-FE27-4AC9-9DAD-E735B6E20999}">
      <dgm:prSet/>
      <dgm:spPr/>
      <dgm:t>
        <a:bodyPr/>
        <a:lstStyle/>
        <a:p>
          <a:r>
            <a:rPr lang="en-IN" b="1"/>
            <a:t>Core Libraries:</a:t>
          </a:r>
          <a:endParaRPr lang="en-US"/>
        </a:p>
      </dgm:t>
    </dgm:pt>
    <dgm:pt modelId="{DAA29CA1-4E84-45D2-8A4B-B36F3A18999B}" type="parTrans" cxnId="{C43DA48F-2C24-40DD-B7AE-405514DCD723}">
      <dgm:prSet/>
      <dgm:spPr/>
      <dgm:t>
        <a:bodyPr/>
        <a:lstStyle/>
        <a:p>
          <a:endParaRPr lang="en-US"/>
        </a:p>
      </dgm:t>
    </dgm:pt>
    <dgm:pt modelId="{B2D40F77-18F6-4D5C-8110-C6344E1377EF}" type="sibTrans" cxnId="{C43DA48F-2C24-40DD-B7AE-405514DCD723}">
      <dgm:prSet/>
      <dgm:spPr/>
      <dgm:t>
        <a:bodyPr/>
        <a:lstStyle/>
        <a:p>
          <a:endParaRPr lang="en-US"/>
        </a:p>
      </dgm:t>
    </dgm:pt>
    <dgm:pt modelId="{D0A832AA-3E21-43F7-84BD-B011AFCE77BA}">
      <dgm:prSet/>
      <dgm:spPr/>
      <dgm:t>
        <a:bodyPr/>
        <a:lstStyle/>
        <a:p>
          <a:r>
            <a:rPr lang="en-IN" b="1"/>
            <a:t>PyTorch</a:t>
          </a:r>
          <a:r>
            <a:rPr lang="en-IN"/>
            <a:t>: Loads pretrained AI denoiser.</a:t>
          </a:r>
          <a:endParaRPr lang="en-US"/>
        </a:p>
      </dgm:t>
    </dgm:pt>
    <dgm:pt modelId="{E8AA7962-7825-49E7-B6EE-FC88FDFFA177}" type="parTrans" cxnId="{99E7B105-2058-4E34-9363-04479DA65187}">
      <dgm:prSet/>
      <dgm:spPr/>
      <dgm:t>
        <a:bodyPr/>
        <a:lstStyle/>
        <a:p>
          <a:endParaRPr lang="en-US"/>
        </a:p>
      </dgm:t>
    </dgm:pt>
    <dgm:pt modelId="{AEADF280-F3DE-4670-B1ED-F92C8838691A}" type="sibTrans" cxnId="{99E7B105-2058-4E34-9363-04479DA65187}">
      <dgm:prSet/>
      <dgm:spPr/>
      <dgm:t>
        <a:bodyPr/>
        <a:lstStyle/>
        <a:p>
          <a:endParaRPr lang="en-US"/>
        </a:p>
      </dgm:t>
    </dgm:pt>
    <dgm:pt modelId="{3C92AA2E-DA84-4CCF-A80C-D1BE20CB4C80}">
      <dgm:prSet/>
      <dgm:spPr/>
      <dgm:t>
        <a:bodyPr/>
        <a:lstStyle/>
        <a:p>
          <a:r>
            <a:rPr lang="en-IN" b="1"/>
            <a:t>Transformers/Datasets</a:t>
          </a:r>
          <a:r>
            <a:rPr lang="en-IN"/>
            <a:t>: Provides Whisper ASR and Librispeech source.</a:t>
          </a:r>
          <a:endParaRPr lang="en-US"/>
        </a:p>
      </dgm:t>
    </dgm:pt>
    <dgm:pt modelId="{67A1173F-0C0A-4444-B705-0D393608E3EC}" type="parTrans" cxnId="{17E84FDE-957B-4C19-881B-FBA22B7014CB}">
      <dgm:prSet/>
      <dgm:spPr/>
      <dgm:t>
        <a:bodyPr/>
        <a:lstStyle/>
        <a:p>
          <a:endParaRPr lang="en-US"/>
        </a:p>
      </dgm:t>
    </dgm:pt>
    <dgm:pt modelId="{AABA0E0F-147C-44FC-94CC-0F9858243C94}" type="sibTrans" cxnId="{17E84FDE-957B-4C19-881B-FBA22B7014CB}">
      <dgm:prSet/>
      <dgm:spPr/>
      <dgm:t>
        <a:bodyPr/>
        <a:lstStyle/>
        <a:p>
          <a:endParaRPr lang="en-US"/>
        </a:p>
      </dgm:t>
    </dgm:pt>
    <dgm:pt modelId="{68A0B848-7F90-42CB-9643-AB1D1141BA42}">
      <dgm:prSet/>
      <dgm:spPr/>
      <dgm:t>
        <a:bodyPr/>
        <a:lstStyle/>
        <a:p>
          <a:r>
            <a:rPr lang="en-IN" b="1"/>
            <a:t>SciPy</a:t>
          </a:r>
          <a:r>
            <a:rPr lang="en-IN"/>
            <a:t>: Filtering and signal design.</a:t>
          </a:r>
          <a:endParaRPr lang="en-US"/>
        </a:p>
      </dgm:t>
    </dgm:pt>
    <dgm:pt modelId="{84C62E87-CEF9-4854-8FBD-06CE73092B90}" type="parTrans" cxnId="{EC9AB0F9-077B-46DF-A165-A3392F4109EC}">
      <dgm:prSet/>
      <dgm:spPr/>
      <dgm:t>
        <a:bodyPr/>
        <a:lstStyle/>
        <a:p>
          <a:endParaRPr lang="en-US"/>
        </a:p>
      </dgm:t>
    </dgm:pt>
    <dgm:pt modelId="{8A8B5ABB-209A-4389-AB19-653D0F830271}" type="sibTrans" cxnId="{EC9AB0F9-077B-46DF-A165-A3392F4109EC}">
      <dgm:prSet/>
      <dgm:spPr/>
      <dgm:t>
        <a:bodyPr/>
        <a:lstStyle/>
        <a:p>
          <a:endParaRPr lang="en-US"/>
        </a:p>
      </dgm:t>
    </dgm:pt>
    <dgm:pt modelId="{5EF96CDC-D3EB-4338-86A9-E02D8E51AA03}">
      <dgm:prSet/>
      <dgm:spPr/>
      <dgm:t>
        <a:bodyPr/>
        <a:lstStyle/>
        <a:p>
          <a:r>
            <a:rPr lang="en-IN" b="1"/>
            <a:t>Librosa</a:t>
          </a:r>
          <a:r>
            <a:rPr lang="en-IN"/>
            <a:t>: Visualization of speech waveforms and spectrograms.</a:t>
          </a:r>
          <a:endParaRPr lang="en-US"/>
        </a:p>
      </dgm:t>
    </dgm:pt>
    <dgm:pt modelId="{F6B57E92-46E1-4DFA-9355-4381DE73B699}" type="parTrans" cxnId="{B3F70978-7BA7-4F39-93F3-2A2D2AC64276}">
      <dgm:prSet/>
      <dgm:spPr/>
      <dgm:t>
        <a:bodyPr/>
        <a:lstStyle/>
        <a:p>
          <a:endParaRPr lang="en-US"/>
        </a:p>
      </dgm:t>
    </dgm:pt>
    <dgm:pt modelId="{44DF5CAF-4EC6-44C9-B52A-9ABA43A98155}" type="sibTrans" cxnId="{B3F70978-7BA7-4F39-93F3-2A2D2AC64276}">
      <dgm:prSet/>
      <dgm:spPr/>
      <dgm:t>
        <a:bodyPr/>
        <a:lstStyle/>
        <a:p>
          <a:endParaRPr lang="en-US"/>
        </a:p>
      </dgm:t>
    </dgm:pt>
    <dgm:pt modelId="{37A4EA37-983C-4594-85F6-F79178503431}">
      <dgm:prSet/>
      <dgm:spPr/>
      <dgm:t>
        <a:bodyPr/>
        <a:lstStyle/>
        <a:p>
          <a:r>
            <a:rPr lang="en-IN" b="1"/>
            <a:t>NumPy</a:t>
          </a:r>
          <a:r>
            <a:rPr lang="en-IN"/>
            <a:t>: Core numerical computations.</a:t>
          </a:r>
          <a:endParaRPr lang="en-US"/>
        </a:p>
      </dgm:t>
    </dgm:pt>
    <dgm:pt modelId="{78176B5C-3930-44A2-BEA1-51C4CB69C12C}" type="parTrans" cxnId="{B91D7126-C945-4D76-8F53-22564216D0CD}">
      <dgm:prSet/>
      <dgm:spPr/>
      <dgm:t>
        <a:bodyPr/>
        <a:lstStyle/>
        <a:p>
          <a:endParaRPr lang="en-US"/>
        </a:p>
      </dgm:t>
    </dgm:pt>
    <dgm:pt modelId="{6FC74905-96F7-4B35-AFB5-7901331EAA56}" type="sibTrans" cxnId="{B91D7126-C945-4D76-8F53-22564216D0CD}">
      <dgm:prSet/>
      <dgm:spPr/>
      <dgm:t>
        <a:bodyPr/>
        <a:lstStyle/>
        <a:p>
          <a:endParaRPr lang="en-US"/>
        </a:p>
      </dgm:t>
    </dgm:pt>
    <dgm:pt modelId="{20AFB406-A05E-49FF-82D1-1E4E975B2847}" type="pres">
      <dgm:prSet presAssocID="{AFFA213C-47BB-4344-B6C1-7CB9D249EB97}" presName="linear" presStyleCnt="0">
        <dgm:presLayoutVars>
          <dgm:dir/>
          <dgm:animLvl val="lvl"/>
          <dgm:resizeHandles val="exact"/>
        </dgm:presLayoutVars>
      </dgm:prSet>
      <dgm:spPr/>
    </dgm:pt>
    <dgm:pt modelId="{75E1E0FA-BAEA-4494-8AC6-51F122C5AFFB}" type="pres">
      <dgm:prSet presAssocID="{0D9BB3BD-4FB2-4CFC-85E4-4BD637DE9A55}" presName="parentLin" presStyleCnt="0"/>
      <dgm:spPr/>
    </dgm:pt>
    <dgm:pt modelId="{3D4BF0B1-F203-4D9F-A4B0-1EF5F5DC551F}" type="pres">
      <dgm:prSet presAssocID="{0D9BB3BD-4FB2-4CFC-85E4-4BD637DE9A55}" presName="parentLeftMargin" presStyleLbl="node1" presStyleIdx="0" presStyleCnt="2"/>
      <dgm:spPr/>
    </dgm:pt>
    <dgm:pt modelId="{FFC73E82-8590-42CF-A81C-3A57C2315D45}" type="pres">
      <dgm:prSet presAssocID="{0D9BB3BD-4FB2-4CFC-85E4-4BD637DE9A55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5F5B17C-31E2-4488-B797-C754E4B8B505}" type="pres">
      <dgm:prSet presAssocID="{0D9BB3BD-4FB2-4CFC-85E4-4BD637DE9A55}" presName="negativeSpace" presStyleCnt="0"/>
      <dgm:spPr/>
    </dgm:pt>
    <dgm:pt modelId="{D981C300-B38E-4E66-ADC1-BB9F758AB32A}" type="pres">
      <dgm:prSet presAssocID="{0D9BB3BD-4FB2-4CFC-85E4-4BD637DE9A55}" presName="childText" presStyleLbl="conFgAcc1" presStyleIdx="0" presStyleCnt="2">
        <dgm:presLayoutVars>
          <dgm:bulletEnabled val="1"/>
        </dgm:presLayoutVars>
      </dgm:prSet>
      <dgm:spPr/>
    </dgm:pt>
    <dgm:pt modelId="{3E3EAEC6-DAC0-4397-9A81-CC5EE248A07D}" type="pres">
      <dgm:prSet presAssocID="{D6F21327-CD21-4DCE-A99B-096F969DC762}" presName="spaceBetweenRectangles" presStyleCnt="0"/>
      <dgm:spPr/>
    </dgm:pt>
    <dgm:pt modelId="{BA0B72CE-587A-412C-B4D1-C59DFABD8299}" type="pres">
      <dgm:prSet presAssocID="{EB33E36E-FE27-4AC9-9DAD-E735B6E20999}" presName="parentLin" presStyleCnt="0"/>
      <dgm:spPr/>
    </dgm:pt>
    <dgm:pt modelId="{9B51792A-AC6F-4FBC-9D71-1C0465DA0C3E}" type="pres">
      <dgm:prSet presAssocID="{EB33E36E-FE27-4AC9-9DAD-E735B6E20999}" presName="parentLeftMargin" presStyleLbl="node1" presStyleIdx="0" presStyleCnt="2"/>
      <dgm:spPr/>
    </dgm:pt>
    <dgm:pt modelId="{630F7FF6-9B83-4C18-9E8A-C2E1F8A0E2DA}" type="pres">
      <dgm:prSet presAssocID="{EB33E36E-FE27-4AC9-9DAD-E735B6E2099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E21ABFA-D959-4B94-BD26-603172C8513D}" type="pres">
      <dgm:prSet presAssocID="{EB33E36E-FE27-4AC9-9DAD-E735B6E20999}" presName="negativeSpace" presStyleCnt="0"/>
      <dgm:spPr/>
    </dgm:pt>
    <dgm:pt modelId="{F566E939-4E39-4568-AA9A-E30BFD529985}" type="pres">
      <dgm:prSet presAssocID="{EB33E36E-FE27-4AC9-9DAD-E735B6E20999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E8F99605-90F2-4AB0-8078-2C8ED90EAE50}" type="presOf" srcId="{AFFA213C-47BB-4344-B6C1-7CB9D249EB97}" destId="{20AFB406-A05E-49FF-82D1-1E4E975B2847}" srcOrd="0" destOrd="0" presId="urn:microsoft.com/office/officeart/2005/8/layout/list1"/>
    <dgm:cxn modelId="{99E7B105-2058-4E34-9363-04479DA65187}" srcId="{EB33E36E-FE27-4AC9-9DAD-E735B6E20999}" destId="{D0A832AA-3E21-43F7-84BD-B011AFCE77BA}" srcOrd="0" destOrd="0" parTransId="{E8AA7962-7825-49E7-B6EE-FC88FDFFA177}" sibTransId="{AEADF280-F3DE-4670-B1ED-F92C8838691A}"/>
    <dgm:cxn modelId="{9844AE0A-A436-407A-8653-94B394355FAB}" srcId="{AFFA213C-47BB-4344-B6C1-7CB9D249EB97}" destId="{0D9BB3BD-4FB2-4CFC-85E4-4BD637DE9A55}" srcOrd="0" destOrd="0" parTransId="{B35A91DF-31A6-45DE-990A-DB1D548D7C8C}" sibTransId="{D6F21327-CD21-4DCE-A99B-096F969DC762}"/>
    <dgm:cxn modelId="{C1034920-4C30-46FE-BDCB-9D3CD1E07A99}" type="presOf" srcId="{68A0B848-7F90-42CB-9643-AB1D1141BA42}" destId="{F566E939-4E39-4568-AA9A-E30BFD529985}" srcOrd="0" destOrd="2" presId="urn:microsoft.com/office/officeart/2005/8/layout/list1"/>
    <dgm:cxn modelId="{B91D7126-C945-4D76-8F53-22564216D0CD}" srcId="{EB33E36E-FE27-4AC9-9DAD-E735B6E20999}" destId="{37A4EA37-983C-4594-85F6-F79178503431}" srcOrd="4" destOrd="0" parTransId="{78176B5C-3930-44A2-BEA1-51C4CB69C12C}" sibTransId="{6FC74905-96F7-4B35-AFB5-7901331EAA56}"/>
    <dgm:cxn modelId="{BB6C486D-D6D9-42A5-AD2F-F2EE8F8DD8AC}" type="presOf" srcId="{D0A832AA-3E21-43F7-84BD-B011AFCE77BA}" destId="{F566E939-4E39-4568-AA9A-E30BFD529985}" srcOrd="0" destOrd="0" presId="urn:microsoft.com/office/officeart/2005/8/layout/list1"/>
    <dgm:cxn modelId="{B3F70978-7BA7-4F39-93F3-2A2D2AC64276}" srcId="{EB33E36E-FE27-4AC9-9DAD-E735B6E20999}" destId="{5EF96CDC-D3EB-4338-86A9-E02D8E51AA03}" srcOrd="3" destOrd="0" parTransId="{F6B57E92-46E1-4DFA-9355-4381DE73B699}" sibTransId="{44DF5CAF-4EC6-44C9-B52A-9ABA43A98155}"/>
    <dgm:cxn modelId="{5B5DE07E-5C4C-4D0A-936F-4676FB0B0BD1}" type="presOf" srcId="{5EF96CDC-D3EB-4338-86A9-E02D8E51AA03}" destId="{F566E939-4E39-4568-AA9A-E30BFD529985}" srcOrd="0" destOrd="3" presId="urn:microsoft.com/office/officeart/2005/8/layout/list1"/>
    <dgm:cxn modelId="{C43DA48F-2C24-40DD-B7AE-405514DCD723}" srcId="{AFFA213C-47BB-4344-B6C1-7CB9D249EB97}" destId="{EB33E36E-FE27-4AC9-9DAD-E735B6E20999}" srcOrd="1" destOrd="0" parTransId="{DAA29CA1-4E84-45D2-8A4B-B36F3A18999B}" sibTransId="{B2D40F77-18F6-4D5C-8110-C6344E1377EF}"/>
    <dgm:cxn modelId="{916A0593-D42F-4A86-B39D-6F6383119770}" type="presOf" srcId="{3C92AA2E-DA84-4CCF-A80C-D1BE20CB4C80}" destId="{F566E939-4E39-4568-AA9A-E30BFD529985}" srcOrd="0" destOrd="1" presId="urn:microsoft.com/office/officeart/2005/8/layout/list1"/>
    <dgm:cxn modelId="{14B58494-8872-4626-97BD-040698B0F320}" type="presOf" srcId="{0D9BB3BD-4FB2-4CFC-85E4-4BD637DE9A55}" destId="{FFC73E82-8590-42CF-A81C-3A57C2315D45}" srcOrd="1" destOrd="0" presId="urn:microsoft.com/office/officeart/2005/8/layout/list1"/>
    <dgm:cxn modelId="{98583AAE-2987-47AB-BE99-D788C488DF39}" srcId="{0D9BB3BD-4FB2-4CFC-85E4-4BD637DE9A55}" destId="{9FC00B55-4B7D-4A22-8B1A-2BE8202D055B}" srcOrd="0" destOrd="0" parTransId="{6DC4B765-577B-49AA-854F-A85D5D725DF2}" sibTransId="{7F2AD6CA-D7FA-4AF4-A62C-4E06BA9D3F78}"/>
    <dgm:cxn modelId="{04FE9ACD-DD2E-45A6-8D24-4950F896D3EF}" type="presOf" srcId="{EB33E36E-FE27-4AC9-9DAD-E735B6E20999}" destId="{9B51792A-AC6F-4FBC-9D71-1C0465DA0C3E}" srcOrd="0" destOrd="0" presId="urn:microsoft.com/office/officeart/2005/8/layout/list1"/>
    <dgm:cxn modelId="{7683E8D3-5DAE-4764-93DF-755EE6E66CF5}" type="presOf" srcId="{0D9BB3BD-4FB2-4CFC-85E4-4BD637DE9A55}" destId="{3D4BF0B1-F203-4D9F-A4B0-1EF5F5DC551F}" srcOrd="0" destOrd="0" presId="urn:microsoft.com/office/officeart/2005/8/layout/list1"/>
    <dgm:cxn modelId="{17E84FDE-957B-4C19-881B-FBA22B7014CB}" srcId="{EB33E36E-FE27-4AC9-9DAD-E735B6E20999}" destId="{3C92AA2E-DA84-4CCF-A80C-D1BE20CB4C80}" srcOrd="1" destOrd="0" parTransId="{67A1173F-0C0A-4444-B705-0D393608E3EC}" sibTransId="{AABA0E0F-147C-44FC-94CC-0F9858243C94}"/>
    <dgm:cxn modelId="{A6D2C5E0-6D2D-4415-B74B-1B3DA2135806}" type="presOf" srcId="{9FC00B55-4B7D-4A22-8B1A-2BE8202D055B}" destId="{D981C300-B38E-4E66-ADC1-BB9F758AB32A}" srcOrd="0" destOrd="0" presId="urn:microsoft.com/office/officeart/2005/8/layout/list1"/>
    <dgm:cxn modelId="{2760BCE3-5A65-4A0C-AEC6-EF4994D19927}" type="presOf" srcId="{37A4EA37-983C-4594-85F6-F79178503431}" destId="{F566E939-4E39-4568-AA9A-E30BFD529985}" srcOrd="0" destOrd="4" presId="urn:microsoft.com/office/officeart/2005/8/layout/list1"/>
    <dgm:cxn modelId="{1244D1EA-1870-4518-B11B-0D0D08AF21B3}" type="presOf" srcId="{EB33E36E-FE27-4AC9-9DAD-E735B6E20999}" destId="{630F7FF6-9B83-4C18-9E8A-C2E1F8A0E2DA}" srcOrd="1" destOrd="0" presId="urn:microsoft.com/office/officeart/2005/8/layout/list1"/>
    <dgm:cxn modelId="{EC9AB0F9-077B-46DF-A165-A3392F4109EC}" srcId="{EB33E36E-FE27-4AC9-9DAD-E735B6E20999}" destId="{68A0B848-7F90-42CB-9643-AB1D1141BA42}" srcOrd="2" destOrd="0" parTransId="{84C62E87-CEF9-4854-8FBD-06CE73092B90}" sibTransId="{8A8B5ABB-209A-4389-AB19-653D0F830271}"/>
    <dgm:cxn modelId="{2369CEDB-AFC9-42E9-B0A2-4F23F381C57D}" type="presParOf" srcId="{20AFB406-A05E-49FF-82D1-1E4E975B2847}" destId="{75E1E0FA-BAEA-4494-8AC6-51F122C5AFFB}" srcOrd="0" destOrd="0" presId="urn:microsoft.com/office/officeart/2005/8/layout/list1"/>
    <dgm:cxn modelId="{59FDA82B-D718-4D38-8B76-1198EF186299}" type="presParOf" srcId="{75E1E0FA-BAEA-4494-8AC6-51F122C5AFFB}" destId="{3D4BF0B1-F203-4D9F-A4B0-1EF5F5DC551F}" srcOrd="0" destOrd="0" presId="urn:microsoft.com/office/officeart/2005/8/layout/list1"/>
    <dgm:cxn modelId="{7795F3D3-C272-4970-A944-26C2D2920220}" type="presParOf" srcId="{75E1E0FA-BAEA-4494-8AC6-51F122C5AFFB}" destId="{FFC73E82-8590-42CF-A81C-3A57C2315D45}" srcOrd="1" destOrd="0" presId="urn:microsoft.com/office/officeart/2005/8/layout/list1"/>
    <dgm:cxn modelId="{A95FBB03-EF9B-4A0E-86F5-3DA0A5DFB516}" type="presParOf" srcId="{20AFB406-A05E-49FF-82D1-1E4E975B2847}" destId="{05F5B17C-31E2-4488-B797-C754E4B8B505}" srcOrd="1" destOrd="0" presId="urn:microsoft.com/office/officeart/2005/8/layout/list1"/>
    <dgm:cxn modelId="{538100C3-E99D-45EA-AB4E-E5AE9F9D681E}" type="presParOf" srcId="{20AFB406-A05E-49FF-82D1-1E4E975B2847}" destId="{D981C300-B38E-4E66-ADC1-BB9F758AB32A}" srcOrd="2" destOrd="0" presId="urn:microsoft.com/office/officeart/2005/8/layout/list1"/>
    <dgm:cxn modelId="{0944F607-02B8-4F39-BD2C-90A8A2D8A5D8}" type="presParOf" srcId="{20AFB406-A05E-49FF-82D1-1E4E975B2847}" destId="{3E3EAEC6-DAC0-4397-9A81-CC5EE248A07D}" srcOrd="3" destOrd="0" presId="urn:microsoft.com/office/officeart/2005/8/layout/list1"/>
    <dgm:cxn modelId="{DFEFCEAA-7571-4E88-AD88-24CADFC4191C}" type="presParOf" srcId="{20AFB406-A05E-49FF-82D1-1E4E975B2847}" destId="{BA0B72CE-587A-412C-B4D1-C59DFABD8299}" srcOrd="4" destOrd="0" presId="urn:microsoft.com/office/officeart/2005/8/layout/list1"/>
    <dgm:cxn modelId="{2D9C0672-BA37-4D6D-956E-AA9D97A92614}" type="presParOf" srcId="{BA0B72CE-587A-412C-B4D1-C59DFABD8299}" destId="{9B51792A-AC6F-4FBC-9D71-1C0465DA0C3E}" srcOrd="0" destOrd="0" presId="urn:microsoft.com/office/officeart/2005/8/layout/list1"/>
    <dgm:cxn modelId="{A6FFE702-A7A5-403C-BB30-7CFF2CBC2CC5}" type="presParOf" srcId="{BA0B72CE-587A-412C-B4D1-C59DFABD8299}" destId="{630F7FF6-9B83-4C18-9E8A-C2E1F8A0E2DA}" srcOrd="1" destOrd="0" presId="urn:microsoft.com/office/officeart/2005/8/layout/list1"/>
    <dgm:cxn modelId="{FDDF2DD7-0B40-4FB9-8703-F078F4EE4375}" type="presParOf" srcId="{20AFB406-A05E-49FF-82D1-1E4E975B2847}" destId="{5E21ABFA-D959-4B94-BD26-603172C8513D}" srcOrd="5" destOrd="0" presId="urn:microsoft.com/office/officeart/2005/8/layout/list1"/>
    <dgm:cxn modelId="{D0607BB4-8CB1-4B40-9A53-115198B000F0}" type="presParOf" srcId="{20AFB406-A05E-49FF-82D1-1E4E975B2847}" destId="{F566E939-4E39-4568-AA9A-E30BFD52998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226DB4B-0322-4F3D-B8AE-B582C635412C}" type="doc">
      <dgm:prSet loTypeId="urn:microsoft.com/office/officeart/2005/8/layout/arrow6" loCatId="relationship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DA4369B3-C284-46C7-AA6F-6B15A252980C}">
      <dgm:prSet/>
      <dgm:spPr/>
      <dgm:t>
        <a:bodyPr/>
        <a:lstStyle/>
        <a:p>
          <a:r>
            <a:rPr lang="en-IN" b="1"/>
            <a:t>1. Speech Enhancement (DNS64):</a:t>
          </a:r>
          <a:endParaRPr lang="en-US"/>
        </a:p>
      </dgm:t>
    </dgm:pt>
    <dgm:pt modelId="{B421D2E3-E151-410D-8B3B-6C0A03554F6D}" type="parTrans" cxnId="{94FF5A1B-BC2E-40C0-AC40-5460F91E22BE}">
      <dgm:prSet/>
      <dgm:spPr/>
      <dgm:t>
        <a:bodyPr/>
        <a:lstStyle/>
        <a:p>
          <a:endParaRPr lang="en-US"/>
        </a:p>
      </dgm:t>
    </dgm:pt>
    <dgm:pt modelId="{CC3D51FD-7F26-414E-9740-798640277300}" type="sibTrans" cxnId="{94FF5A1B-BC2E-40C0-AC40-5460F91E22BE}">
      <dgm:prSet/>
      <dgm:spPr/>
      <dgm:t>
        <a:bodyPr/>
        <a:lstStyle/>
        <a:p>
          <a:endParaRPr lang="en-US"/>
        </a:p>
      </dgm:t>
    </dgm:pt>
    <dgm:pt modelId="{FA1A7BC6-0C32-4CEE-91C8-AF2F274B3EA1}">
      <dgm:prSet/>
      <dgm:spPr/>
      <dgm:t>
        <a:bodyPr/>
        <a:lstStyle/>
        <a:p>
          <a:r>
            <a:rPr lang="en-IN" dirty="0"/>
            <a:t>Loaded via PyTorch, pretrained on massive noisy-clean datasets.</a:t>
          </a:r>
          <a:endParaRPr lang="en-US" dirty="0"/>
        </a:p>
      </dgm:t>
    </dgm:pt>
    <dgm:pt modelId="{A7B72D0D-276E-4A80-BBE8-DBB7AF6A8C00}" type="parTrans" cxnId="{BB3A680D-0ACC-49F2-B215-BD0A83D49886}">
      <dgm:prSet/>
      <dgm:spPr/>
      <dgm:t>
        <a:bodyPr/>
        <a:lstStyle/>
        <a:p>
          <a:endParaRPr lang="en-US"/>
        </a:p>
      </dgm:t>
    </dgm:pt>
    <dgm:pt modelId="{BD147710-2FAD-4E82-83E9-2A057AA895B2}" type="sibTrans" cxnId="{BB3A680D-0ACC-49F2-B215-BD0A83D49886}">
      <dgm:prSet/>
      <dgm:spPr/>
      <dgm:t>
        <a:bodyPr/>
        <a:lstStyle/>
        <a:p>
          <a:endParaRPr lang="en-US"/>
        </a:p>
      </dgm:t>
    </dgm:pt>
    <dgm:pt modelId="{BDF12F0E-592F-4EF7-88B5-10467E4BBF9B}">
      <dgm:prSet/>
      <dgm:spPr/>
      <dgm:t>
        <a:bodyPr/>
        <a:lstStyle/>
        <a:p>
          <a:r>
            <a:rPr lang="en-IN"/>
            <a:t>Likely U-Net/CRN architecture.</a:t>
          </a:r>
          <a:endParaRPr lang="en-US"/>
        </a:p>
      </dgm:t>
    </dgm:pt>
    <dgm:pt modelId="{88EA81FB-047B-4F24-B915-8CF149FC32B4}" type="parTrans" cxnId="{46519D9F-C75C-4FA8-B236-02604C17EFC3}">
      <dgm:prSet/>
      <dgm:spPr/>
      <dgm:t>
        <a:bodyPr/>
        <a:lstStyle/>
        <a:p>
          <a:endParaRPr lang="en-US"/>
        </a:p>
      </dgm:t>
    </dgm:pt>
    <dgm:pt modelId="{B308C128-5EED-4AB2-931C-468B3EA6EFD1}" type="sibTrans" cxnId="{46519D9F-C75C-4FA8-B236-02604C17EFC3}">
      <dgm:prSet/>
      <dgm:spPr/>
      <dgm:t>
        <a:bodyPr/>
        <a:lstStyle/>
        <a:p>
          <a:endParaRPr lang="en-US"/>
        </a:p>
      </dgm:t>
    </dgm:pt>
    <dgm:pt modelId="{F047C2E0-F531-4DE7-86D8-200E4CD97CE9}">
      <dgm:prSet/>
      <dgm:spPr/>
      <dgm:t>
        <a:bodyPr/>
        <a:lstStyle/>
        <a:p>
          <a:r>
            <a:rPr lang="en-IN"/>
            <a:t>Function: Removes noise while preserving formant structures critical for intelligibility.</a:t>
          </a:r>
          <a:endParaRPr lang="en-US"/>
        </a:p>
      </dgm:t>
    </dgm:pt>
    <dgm:pt modelId="{763F03F1-D33F-442D-9296-64364DBA8C90}" type="parTrans" cxnId="{5B8EAC64-C4B3-49C9-83B0-9BBE3414B1E4}">
      <dgm:prSet/>
      <dgm:spPr/>
      <dgm:t>
        <a:bodyPr/>
        <a:lstStyle/>
        <a:p>
          <a:endParaRPr lang="en-US"/>
        </a:p>
      </dgm:t>
    </dgm:pt>
    <dgm:pt modelId="{51E3FADF-BB9C-4450-9D78-3739B6DE0FF4}" type="sibTrans" cxnId="{5B8EAC64-C4B3-49C9-83B0-9BBE3414B1E4}">
      <dgm:prSet/>
      <dgm:spPr/>
      <dgm:t>
        <a:bodyPr/>
        <a:lstStyle/>
        <a:p>
          <a:endParaRPr lang="en-US"/>
        </a:p>
      </dgm:t>
    </dgm:pt>
    <dgm:pt modelId="{185C6320-6721-4AA7-921C-2A2262F0B6F6}">
      <dgm:prSet/>
      <dgm:spPr/>
      <dgm:t>
        <a:bodyPr/>
        <a:lstStyle/>
        <a:p>
          <a:r>
            <a:rPr lang="en-IN" b="1"/>
            <a:t>2. ASR Model (Whisper-large-v3):</a:t>
          </a:r>
          <a:endParaRPr lang="en-US"/>
        </a:p>
      </dgm:t>
    </dgm:pt>
    <dgm:pt modelId="{A8B9B374-9F76-4108-B221-7314131AD057}" type="parTrans" cxnId="{35A6A5CE-0796-46EF-B110-BF80B5AC2FB5}">
      <dgm:prSet/>
      <dgm:spPr/>
      <dgm:t>
        <a:bodyPr/>
        <a:lstStyle/>
        <a:p>
          <a:endParaRPr lang="en-US"/>
        </a:p>
      </dgm:t>
    </dgm:pt>
    <dgm:pt modelId="{5CAFFE69-6E2C-4D4B-B6A4-4390454EA4AF}" type="sibTrans" cxnId="{35A6A5CE-0796-46EF-B110-BF80B5AC2FB5}">
      <dgm:prSet/>
      <dgm:spPr/>
      <dgm:t>
        <a:bodyPr/>
        <a:lstStyle/>
        <a:p>
          <a:endParaRPr lang="en-US"/>
        </a:p>
      </dgm:t>
    </dgm:pt>
    <dgm:pt modelId="{1379435E-DA03-4C78-A543-C57D2468EC1E}">
      <dgm:prSet/>
      <dgm:spPr/>
      <dgm:t>
        <a:bodyPr/>
        <a:lstStyle/>
        <a:p>
          <a:r>
            <a:rPr lang="en-IN"/>
            <a:t>Hugely robust ASR trained on 680k hours of audio.</a:t>
          </a:r>
          <a:endParaRPr lang="en-US"/>
        </a:p>
      </dgm:t>
    </dgm:pt>
    <dgm:pt modelId="{C5C63FEF-ED0C-4E11-B0C1-4615B6ECF672}" type="parTrans" cxnId="{6E368D50-4F64-48D5-AE91-E405F67E653B}">
      <dgm:prSet/>
      <dgm:spPr/>
      <dgm:t>
        <a:bodyPr/>
        <a:lstStyle/>
        <a:p>
          <a:endParaRPr lang="en-US"/>
        </a:p>
      </dgm:t>
    </dgm:pt>
    <dgm:pt modelId="{A6A585C4-24D5-4811-B9B5-DE58B07B371E}" type="sibTrans" cxnId="{6E368D50-4F64-48D5-AE91-E405F67E653B}">
      <dgm:prSet/>
      <dgm:spPr/>
      <dgm:t>
        <a:bodyPr/>
        <a:lstStyle/>
        <a:p>
          <a:endParaRPr lang="en-US"/>
        </a:p>
      </dgm:t>
    </dgm:pt>
    <dgm:pt modelId="{78434162-D781-47FC-A2A7-0EC82C1E5F1E}">
      <dgm:prSet/>
      <dgm:spPr/>
      <dgm:t>
        <a:bodyPr/>
        <a:lstStyle/>
        <a:p>
          <a:r>
            <a:rPr lang="en-IN" dirty="0"/>
            <a:t>Evaluates transcription accuracy before/after enhancement.</a:t>
          </a:r>
          <a:endParaRPr lang="en-US" dirty="0"/>
        </a:p>
      </dgm:t>
    </dgm:pt>
    <dgm:pt modelId="{B629AEDA-E740-400B-8897-B698B02669FE}" type="parTrans" cxnId="{FE80D84C-4962-448A-8555-9FBB8F83DFDD}">
      <dgm:prSet/>
      <dgm:spPr/>
      <dgm:t>
        <a:bodyPr/>
        <a:lstStyle/>
        <a:p>
          <a:endParaRPr lang="en-US"/>
        </a:p>
      </dgm:t>
    </dgm:pt>
    <dgm:pt modelId="{270AA8BC-7F29-4661-A6FB-7BAF214F5AE1}" type="sibTrans" cxnId="{FE80D84C-4962-448A-8555-9FBB8F83DFDD}">
      <dgm:prSet/>
      <dgm:spPr/>
      <dgm:t>
        <a:bodyPr/>
        <a:lstStyle/>
        <a:p>
          <a:endParaRPr lang="en-US"/>
        </a:p>
      </dgm:t>
    </dgm:pt>
    <dgm:pt modelId="{FFC4F48A-1403-4579-8D3E-1C8E24249DF1}">
      <dgm:prSet/>
      <dgm:spPr/>
      <dgm:t>
        <a:bodyPr/>
        <a:lstStyle/>
        <a:p>
          <a:r>
            <a:rPr lang="en-IN"/>
            <a:t>Metric: Word Error Rate (WER).</a:t>
          </a:r>
          <a:endParaRPr lang="en-US"/>
        </a:p>
      </dgm:t>
    </dgm:pt>
    <dgm:pt modelId="{A1553DE9-0A86-4153-919A-6A43EE07BA7E}" type="parTrans" cxnId="{120BFA4E-2C95-4137-9BA7-35A3D8A0BEB3}">
      <dgm:prSet/>
      <dgm:spPr/>
      <dgm:t>
        <a:bodyPr/>
        <a:lstStyle/>
        <a:p>
          <a:endParaRPr lang="en-US"/>
        </a:p>
      </dgm:t>
    </dgm:pt>
    <dgm:pt modelId="{3DF7B412-6CC2-45C6-B351-93DC9B23CB51}" type="sibTrans" cxnId="{120BFA4E-2C95-4137-9BA7-35A3D8A0BEB3}">
      <dgm:prSet/>
      <dgm:spPr/>
      <dgm:t>
        <a:bodyPr/>
        <a:lstStyle/>
        <a:p>
          <a:endParaRPr lang="en-US"/>
        </a:p>
      </dgm:t>
    </dgm:pt>
    <dgm:pt modelId="{9F1FC001-76F3-40FE-9127-1D349DE55B22}" type="pres">
      <dgm:prSet presAssocID="{1226DB4B-0322-4F3D-B8AE-B582C635412C}" presName="compositeShape" presStyleCnt="0">
        <dgm:presLayoutVars>
          <dgm:chMax val="2"/>
          <dgm:dir/>
          <dgm:resizeHandles val="exact"/>
        </dgm:presLayoutVars>
      </dgm:prSet>
      <dgm:spPr/>
    </dgm:pt>
    <dgm:pt modelId="{191D64BD-4E22-4D5E-A779-EF663BD6FCD2}" type="pres">
      <dgm:prSet presAssocID="{1226DB4B-0322-4F3D-B8AE-B582C635412C}" presName="ribbon" presStyleLbl="node1" presStyleIdx="0" presStyleCnt="1" custLinFactNeighborX="-2748" custLinFactNeighborY="-1672"/>
      <dgm:spPr/>
    </dgm:pt>
    <dgm:pt modelId="{5FB9E02C-29C0-4110-83FD-700BFC882CAD}" type="pres">
      <dgm:prSet presAssocID="{1226DB4B-0322-4F3D-B8AE-B582C635412C}" presName="leftArrowText" presStyleLbl="node1" presStyleIdx="0" presStyleCnt="1">
        <dgm:presLayoutVars>
          <dgm:chMax val="0"/>
          <dgm:bulletEnabled val="1"/>
        </dgm:presLayoutVars>
      </dgm:prSet>
      <dgm:spPr/>
    </dgm:pt>
    <dgm:pt modelId="{A4C36090-47D4-4CC9-B9D3-AA2C26E6BFBD}" type="pres">
      <dgm:prSet presAssocID="{1226DB4B-0322-4F3D-B8AE-B582C635412C}" presName="rightArrow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8FAE409-9A6C-4739-BE5E-00F5AF3B0C55}" type="presOf" srcId="{1379435E-DA03-4C78-A543-C57D2468EC1E}" destId="{A4C36090-47D4-4CC9-B9D3-AA2C26E6BFBD}" srcOrd="0" destOrd="1" presId="urn:microsoft.com/office/officeart/2005/8/layout/arrow6"/>
    <dgm:cxn modelId="{BB3A680D-0ACC-49F2-B215-BD0A83D49886}" srcId="{DA4369B3-C284-46C7-AA6F-6B15A252980C}" destId="{FA1A7BC6-0C32-4CEE-91C8-AF2F274B3EA1}" srcOrd="0" destOrd="0" parTransId="{A7B72D0D-276E-4A80-BBE8-DBB7AF6A8C00}" sibTransId="{BD147710-2FAD-4E82-83E9-2A057AA895B2}"/>
    <dgm:cxn modelId="{66115A14-9E9E-41AC-B3DA-F052563B0E12}" type="presOf" srcId="{78434162-D781-47FC-A2A7-0EC82C1E5F1E}" destId="{A4C36090-47D4-4CC9-B9D3-AA2C26E6BFBD}" srcOrd="0" destOrd="2" presId="urn:microsoft.com/office/officeart/2005/8/layout/arrow6"/>
    <dgm:cxn modelId="{94FF5A1B-BC2E-40C0-AC40-5460F91E22BE}" srcId="{1226DB4B-0322-4F3D-B8AE-B582C635412C}" destId="{DA4369B3-C284-46C7-AA6F-6B15A252980C}" srcOrd="0" destOrd="0" parTransId="{B421D2E3-E151-410D-8B3B-6C0A03554F6D}" sibTransId="{CC3D51FD-7F26-414E-9740-798640277300}"/>
    <dgm:cxn modelId="{90E8393D-D866-42A3-85A5-E38950A7274D}" type="presOf" srcId="{1226DB4B-0322-4F3D-B8AE-B582C635412C}" destId="{9F1FC001-76F3-40FE-9127-1D349DE55B22}" srcOrd="0" destOrd="0" presId="urn:microsoft.com/office/officeart/2005/8/layout/arrow6"/>
    <dgm:cxn modelId="{5B8EAC64-C4B3-49C9-83B0-9BBE3414B1E4}" srcId="{DA4369B3-C284-46C7-AA6F-6B15A252980C}" destId="{F047C2E0-F531-4DE7-86D8-200E4CD97CE9}" srcOrd="2" destOrd="0" parTransId="{763F03F1-D33F-442D-9296-64364DBA8C90}" sibTransId="{51E3FADF-BB9C-4450-9D78-3739B6DE0FF4}"/>
    <dgm:cxn modelId="{FE80D84C-4962-448A-8555-9FBB8F83DFDD}" srcId="{185C6320-6721-4AA7-921C-2A2262F0B6F6}" destId="{78434162-D781-47FC-A2A7-0EC82C1E5F1E}" srcOrd="1" destOrd="0" parTransId="{B629AEDA-E740-400B-8897-B698B02669FE}" sibTransId="{270AA8BC-7F29-4661-A6FB-7BAF214F5AE1}"/>
    <dgm:cxn modelId="{120BFA4E-2C95-4137-9BA7-35A3D8A0BEB3}" srcId="{185C6320-6721-4AA7-921C-2A2262F0B6F6}" destId="{FFC4F48A-1403-4579-8D3E-1C8E24249DF1}" srcOrd="2" destOrd="0" parTransId="{A1553DE9-0A86-4153-919A-6A43EE07BA7E}" sibTransId="{3DF7B412-6CC2-45C6-B351-93DC9B23CB51}"/>
    <dgm:cxn modelId="{6E368D50-4F64-48D5-AE91-E405F67E653B}" srcId="{185C6320-6721-4AA7-921C-2A2262F0B6F6}" destId="{1379435E-DA03-4C78-A543-C57D2468EC1E}" srcOrd="0" destOrd="0" parTransId="{C5C63FEF-ED0C-4E11-B0C1-4615B6ECF672}" sibTransId="{A6A585C4-24D5-4811-B9B5-DE58B07B371E}"/>
    <dgm:cxn modelId="{055C6452-C01A-41AD-8EA9-4F2706C4F909}" type="presOf" srcId="{185C6320-6721-4AA7-921C-2A2262F0B6F6}" destId="{A4C36090-47D4-4CC9-B9D3-AA2C26E6BFBD}" srcOrd="0" destOrd="0" presId="urn:microsoft.com/office/officeart/2005/8/layout/arrow6"/>
    <dgm:cxn modelId="{C0259D8A-EB57-4DA1-A90D-22B33681DB78}" type="presOf" srcId="{FA1A7BC6-0C32-4CEE-91C8-AF2F274B3EA1}" destId="{5FB9E02C-29C0-4110-83FD-700BFC882CAD}" srcOrd="0" destOrd="1" presId="urn:microsoft.com/office/officeart/2005/8/layout/arrow6"/>
    <dgm:cxn modelId="{CE073B97-BA45-4FF5-BCFC-D39EA18D18BC}" type="presOf" srcId="{F047C2E0-F531-4DE7-86D8-200E4CD97CE9}" destId="{5FB9E02C-29C0-4110-83FD-700BFC882CAD}" srcOrd="0" destOrd="3" presId="urn:microsoft.com/office/officeart/2005/8/layout/arrow6"/>
    <dgm:cxn modelId="{46519D9F-C75C-4FA8-B236-02604C17EFC3}" srcId="{DA4369B3-C284-46C7-AA6F-6B15A252980C}" destId="{BDF12F0E-592F-4EF7-88B5-10467E4BBF9B}" srcOrd="1" destOrd="0" parTransId="{88EA81FB-047B-4F24-B915-8CF149FC32B4}" sibTransId="{B308C128-5EED-4AB2-931C-468B3EA6EFD1}"/>
    <dgm:cxn modelId="{5DBEDFA5-79D2-4AD3-96D6-A636E8530648}" type="presOf" srcId="{DA4369B3-C284-46C7-AA6F-6B15A252980C}" destId="{5FB9E02C-29C0-4110-83FD-700BFC882CAD}" srcOrd="0" destOrd="0" presId="urn:microsoft.com/office/officeart/2005/8/layout/arrow6"/>
    <dgm:cxn modelId="{BB1CDCC1-7222-4802-A867-502A7B369229}" type="presOf" srcId="{FFC4F48A-1403-4579-8D3E-1C8E24249DF1}" destId="{A4C36090-47D4-4CC9-B9D3-AA2C26E6BFBD}" srcOrd="0" destOrd="3" presId="urn:microsoft.com/office/officeart/2005/8/layout/arrow6"/>
    <dgm:cxn modelId="{35A6A5CE-0796-46EF-B110-BF80B5AC2FB5}" srcId="{1226DB4B-0322-4F3D-B8AE-B582C635412C}" destId="{185C6320-6721-4AA7-921C-2A2262F0B6F6}" srcOrd="1" destOrd="0" parTransId="{A8B9B374-9F76-4108-B221-7314131AD057}" sibTransId="{5CAFFE69-6E2C-4D4B-B6A4-4390454EA4AF}"/>
    <dgm:cxn modelId="{A6683EE1-AB68-48DC-A899-88EC4CC66796}" type="presOf" srcId="{BDF12F0E-592F-4EF7-88B5-10467E4BBF9B}" destId="{5FB9E02C-29C0-4110-83FD-700BFC882CAD}" srcOrd="0" destOrd="2" presId="urn:microsoft.com/office/officeart/2005/8/layout/arrow6"/>
    <dgm:cxn modelId="{647B8961-A31B-4BF5-8406-01BACB658A12}" type="presParOf" srcId="{9F1FC001-76F3-40FE-9127-1D349DE55B22}" destId="{191D64BD-4E22-4D5E-A779-EF663BD6FCD2}" srcOrd="0" destOrd="0" presId="urn:microsoft.com/office/officeart/2005/8/layout/arrow6"/>
    <dgm:cxn modelId="{F08CEA7D-D170-4919-A0CD-DD3E459947A5}" type="presParOf" srcId="{9F1FC001-76F3-40FE-9127-1D349DE55B22}" destId="{5FB9E02C-29C0-4110-83FD-700BFC882CAD}" srcOrd="1" destOrd="0" presId="urn:microsoft.com/office/officeart/2005/8/layout/arrow6"/>
    <dgm:cxn modelId="{9AFD9834-D35D-4D6F-B56B-8C0A075BB84D}" type="presParOf" srcId="{9F1FC001-76F3-40FE-9127-1D349DE55B22}" destId="{A4C36090-47D4-4CC9-B9D3-AA2C26E6BFBD}" srcOrd="2" destOrd="0" presId="urn:microsoft.com/office/officeart/2005/8/layout/arrow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F2A3565-A3E2-4F80-9EF1-46D8A9CD4ABB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56C659EF-D5D9-4966-9766-94E648CF54B4}">
      <dgm:prSet/>
      <dgm:spPr/>
      <dgm:t>
        <a:bodyPr/>
        <a:lstStyle/>
        <a:p>
          <a:r>
            <a:rPr lang="en-IN" dirty="0"/>
            <a:t>     Core AI Enhancement   Pipeline (PyTorch):</a:t>
          </a:r>
          <a:endParaRPr lang="en-US" dirty="0"/>
        </a:p>
      </dgm:t>
    </dgm:pt>
    <dgm:pt modelId="{765CCD39-5ECB-4DEC-8B68-523A5EF2640F}" type="parTrans" cxnId="{D26F318C-E0EC-4A8E-83AE-D07CD6D2431E}">
      <dgm:prSet/>
      <dgm:spPr/>
      <dgm:t>
        <a:bodyPr/>
        <a:lstStyle/>
        <a:p>
          <a:endParaRPr lang="en-US"/>
        </a:p>
      </dgm:t>
    </dgm:pt>
    <dgm:pt modelId="{260D061E-7E5D-4425-9F5A-9B0AB5B1E094}" type="sibTrans" cxnId="{D26F318C-E0EC-4A8E-83AE-D07CD6D2431E}">
      <dgm:prSet/>
      <dgm:spPr/>
      <dgm:t>
        <a:bodyPr/>
        <a:lstStyle/>
        <a:p>
          <a:endParaRPr lang="en-US"/>
        </a:p>
      </dgm:t>
    </dgm:pt>
    <dgm:pt modelId="{10C8D0A7-F320-4625-A7CA-1C20187A5256}">
      <dgm:prSet/>
      <dgm:spPr/>
      <dgm:t>
        <a:bodyPr/>
        <a:lstStyle/>
        <a:p>
          <a:r>
            <a:rPr lang="en-IN" dirty="0"/>
            <a:t>Convert noisy NumPy audio → PyTorch tensor.</a:t>
          </a:r>
          <a:endParaRPr lang="en-US" dirty="0"/>
        </a:p>
      </dgm:t>
    </dgm:pt>
    <dgm:pt modelId="{674588BC-CD1F-40FC-BE77-552633D496EC}" type="parTrans" cxnId="{30E970B1-4FEF-4B53-9616-9074CD7DA84C}">
      <dgm:prSet/>
      <dgm:spPr/>
      <dgm:t>
        <a:bodyPr/>
        <a:lstStyle/>
        <a:p>
          <a:endParaRPr lang="en-US"/>
        </a:p>
      </dgm:t>
    </dgm:pt>
    <dgm:pt modelId="{A6882AE5-D7B5-44B7-A889-B3379B9A9F0F}" type="sibTrans" cxnId="{30E970B1-4FEF-4B53-9616-9074CD7DA84C}">
      <dgm:prSet/>
      <dgm:spPr/>
      <dgm:t>
        <a:bodyPr/>
        <a:lstStyle/>
        <a:p>
          <a:endParaRPr lang="en-US"/>
        </a:p>
      </dgm:t>
    </dgm:pt>
    <dgm:pt modelId="{7AD339C3-DA9F-4EBA-8BC1-312BC9488D7D}">
      <dgm:prSet/>
      <dgm:spPr/>
      <dgm:t>
        <a:bodyPr/>
        <a:lstStyle/>
        <a:p>
          <a:r>
            <a:rPr lang="en-IN"/>
            <a:t>Use torch.no_grad() to run inference efficiently.</a:t>
          </a:r>
          <a:endParaRPr lang="en-US"/>
        </a:p>
      </dgm:t>
    </dgm:pt>
    <dgm:pt modelId="{B9081C61-957E-48E9-8DFC-C0CDDAFDC624}" type="parTrans" cxnId="{8AF14955-DECF-4B12-9D99-7611246E4322}">
      <dgm:prSet/>
      <dgm:spPr/>
      <dgm:t>
        <a:bodyPr/>
        <a:lstStyle/>
        <a:p>
          <a:endParaRPr lang="en-US"/>
        </a:p>
      </dgm:t>
    </dgm:pt>
    <dgm:pt modelId="{86B47678-65EF-48BE-B12D-CF2C590C443F}" type="sibTrans" cxnId="{8AF14955-DECF-4B12-9D99-7611246E4322}">
      <dgm:prSet/>
      <dgm:spPr/>
      <dgm:t>
        <a:bodyPr/>
        <a:lstStyle/>
        <a:p>
          <a:endParaRPr lang="en-US"/>
        </a:p>
      </dgm:t>
    </dgm:pt>
    <dgm:pt modelId="{B36EFBF1-73BA-425F-A3CF-7E08104EA30F}">
      <dgm:prSet/>
      <dgm:spPr/>
      <dgm:t>
        <a:bodyPr/>
        <a:lstStyle/>
        <a:p>
          <a:r>
            <a:rPr lang="en-IN"/>
            <a:t>Pass through DNS64 denoiser → obtain enhanced tensor.</a:t>
          </a:r>
          <a:endParaRPr lang="en-US"/>
        </a:p>
      </dgm:t>
    </dgm:pt>
    <dgm:pt modelId="{6790E6F8-5D68-4037-893F-6493BFBE00D7}" type="parTrans" cxnId="{8EB3DAB3-48FD-479A-BC9F-5832081C8E79}">
      <dgm:prSet/>
      <dgm:spPr/>
      <dgm:t>
        <a:bodyPr/>
        <a:lstStyle/>
        <a:p>
          <a:endParaRPr lang="en-US"/>
        </a:p>
      </dgm:t>
    </dgm:pt>
    <dgm:pt modelId="{B3F1B510-227F-46ED-B986-D63B61DA879A}" type="sibTrans" cxnId="{8EB3DAB3-48FD-479A-BC9F-5832081C8E79}">
      <dgm:prSet/>
      <dgm:spPr/>
      <dgm:t>
        <a:bodyPr/>
        <a:lstStyle/>
        <a:p>
          <a:endParaRPr lang="en-US"/>
        </a:p>
      </dgm:t>
    </dgm:pt>
    <dgm:pt modelId="{4567A053-CEEE-4498-ACE3-CD34543F6926}">
      <dgm:prSet/>
      <dgm:spPr/>
      <dgm:t>
        <a:bodyPr/>
        <a:lstStyle/>
        <a:p>
          <a:r>
            <a:rPr lang="en-IN" dirty="0"/>
            <a:t>Convert tensor back to NumPy for playback and evaluation.</a:t>
          </a:r>
          <a:endParaRPr lang="en-US" dirty="0"/>
        </a:p>
      </dgm:t>
    </dgm:pt>
    <dgm:pt modelId="{10F946A4-BBE3-407A-9759-927BA460FDDD}" type="parTrans" cxnId="{5D04DB63-040A-4567-A6F1-F882F91A9185}">
      <dgm:prSet/>
      <dgm:spPr/>
      <dgm:t>
        <a:bodyPr/>
        <a:lstStyle/>
        <a:p>
          <a:endParaRPr lang="en-US"/>
        </a:p>
      </dgm:t>
    </dgm:pt>
    <dgm:pt modelId="{8378EBA7-A61D-48EB-BA75-2A7319E8AF6E}" type="sibTrans" cxnId="{5D04DB63-040A-4567-A6F1-F882F91A9185}">
      <dgm:prSet/>
      <dgm:spPr/>
      <dgm:t>
        <a:bodyPr/>
        <a:lstStyle/>
        <a:p>
          <a:endParaRPr lang="en-US"/>
        </a:p>
      </dgm:t>
    </dgm:pt>
    <dgm:pt modelId="{D43F1765-C9E0-4BA7-8AFD-F848749ECFE5}">
      <dgm:prSet/>
      <dgm:spPr/>
      <dgm:t>
        <a:bodyPr/>
        <a:lstStyle/>
        <a:p>
          <a:r>
            <a:rPr lang="en-IN" dirty="0"/>
            <a:t>This concise, GPU-accelerated pipeline makes AI enhancement </a:t>
          </a:r>
          <a:r>
            <a:rPr lang="en-IN" b="1" dirty="0"/>
            <a:t>real-time capable</a:t>
          </a:r>
          <a:r>
            <a:rPr lang="en-IN" dirty="0"/>
            <a:t> while ensuring reproducibility in academic and industrial contexts.</a:t>
          </a:r>
          <a:endParaRPr lang="en-US" dirty="0"/>
        </a:p>
      </dgm:t>
    </dgm:pt>
    <dgm:pt modelId="{C2A7E9F3-575F-4930-88B4-7A4EA6157CD5}" type="parTrans" cxnId="{631CAADA-119B-42BB-A763-F37E9A14839D}">
      <dgm:prSet/>
      <dgm:spPr/>
      <dgm:t>
        <a:bodyPr/>
        <a:lstStyle/>
        <a:p>
          <a:endParaRPr lang="en-US"/>
        </a:p>
      </dgm:t>
    </dgm:pt>
    <dgm:pt modelId="{52F7500B-BC80-43BD-B975-4FD04F524298}" type="sibTrans" cxnId="{631CAADA-119B-42BB-A763-F37E9A14839D}">
      <dgm:prSet/>
      <dgm:spPr/>
      <dgm:t>
        <a:bodyPr/>
        <a:lstStyle/>
        <a:p>
          <a:endParaRPr lang="en-US"/>
        </a:p>
      </dgm:t>
    </dgm:pt>
    <dgm:pt modelId="{BF0F415F-B8B9-4695-AF35-4377809A68F1}" type="pres">
      <dgm:prSet presAssocID="{3F2A3565-A3E2-4F80-9EF1-46D8A9CD4ABB}" presName="linear" presStyleCnt="0">
        <dgm:presLayoutVars>
          <dgm:animLvl val="lvl"/>
          <dgm:resizeHandles val="exact"/>
        </dgm:presLayoutVars>
      </dgm:prSet>
      <dgm:spPr/>
    </dgm:pt>
    <dgm:pt modelId="{8A919D58-24E3-4602-A030-44306141890C}" type="pres">
      <dgm:prSet presAssocID="{56C659EF-D5D9-4966-9766-94E648CF54B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F5D4B462-10DF-4B21-9C9F-7036677B9A6F}" type="pres">
      <dgm:prSet presAssocID="{56C659EF-D5D9-4966-9766-94E648CF54B4}" presName="childText" presStyleLbl="revTx" presStyleIdx="0" presStyleCnt="1">
        <dgm:presLayoutVars>
          <dgm:bulletEnabled val="1"/>
        </dgm:presLayoutVars>
      </dgm:prSet>
      <dgm:spPr/>
    </dgm:pt>
    <dgm:pt modelId="{01D15529-0D62-434E-8BF7-2F048B278D04}" type="pres">
      <dgm:prSet presAssocID="{D43F1765-C9E0-4BA7-8AFD-F848749ECFE5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9D1FEB0F-6167-4E31-AA5B-AFE8468A096E}" type="presOf" srcId="{3F2A3565-A3E2-4F80-9EF1-46D8A9CD4ABB}" destId="{BF0F415F-B8B9-4695-AF35-4377809A68F1}" srcOrd="0" destOrd="0" presId="urn:microsoft.com/office/officeart/2005/8/layout/vList2"/>
    <dgm:cxn modelId="{6F02A715-E347-4077-A1C1-091CB66263D2}" type="presOf" srcId="{4567A053-CEEE-4498-ACE3-CD34543F6926}" destId="{F5D4B462-10DF-4B21-9C9F-7036677B9A6F}" srcOrd="0" destOrd="3" presId="urn:microsoft.com/office/officeart/2005/8/layout/vList2"/>
    <dgm:cxn modelId="{5D04DB63-040A-4567-A6F1-F882F91A9185}" srcId="{56C659EF-D5D9-4966-9766-94E648CF54B4}" destId="{4567A053-CEEE-4498-ACE3-CD34543F6926}" srcOrd="3" destOrd="0" parTransId="{10F946A4-BBE3-407A-9759-927BA460FDDD}" sibTransId="{8378EBA7-A61D-48EB-BA75-2A7319E8AF6E}"/>
    <dgm:cxn modelId="{712B6347-3066-49DC-9D9A-DAE02BED8647}" type="presOf" srcId="{56C659EF-D5D9-4966-9766-94E648CF54B4}" destId="{8A919D58-24E3-4602-A030-44306141890C}" srcOrd="0" destOrd="0" presId="urn:microsoft.com/office/officeart/2005/8/layout/vList2"/>
    <dgm:cxn modelId="{A79FAD50-468A-448E-92F3-0EF5DE7365CC}" type="presOf" srcId="{D43F1765-C9E0-4BA7-8AFD-F848749ECFE5}" destId="{01D15529-0D62-434E-8BF7-2F048B278D04}" srcOrd="0" destOrd="0" presId="urn:microsoft.com/office/officeart/2005/8/layout/vList2"/>
    <dgm:cxn modelId="{8AF14955-DECF-4B12-9D99-7611246E4322}" srcId="{56C659EF-D5D9-4966-9766-94E648CF54B4}" destId="{7AD339C3-DA9F-4EBA-8BC1-312BC9488D7D}" srcOrd="1" destOrd="0" parTransId="{B9081C61-957E-48E9-8DFC-C0CDDAFDC624}" sibTransId="{86B47678-65EF-48BE-B12D-CF2C590C443F}"/>
    <dgm:cxn modelId="{D26F318C-E0EC-4A8E-83AE-D07CD6D2431E}" srcId="{3F2A3565-A3E2-4F80-9EF1-46D8A9CD4ABB}" destId="{56C659EF-D5D9-4966-9766-94E648CF54B4}" srcOrd="0" destOrd="0" parTransId="{765CCD39-5ECB-4DEC-8B68-523A5EF2640F}" sibTransId="{260D061E-7E5D-4425-9F5A-9B0AB5B1E094}"/>
    <dgm:cxn modelId="{30E970B1-4FEF-4B53-9616-9074CD7DA84C}" srcId="{56C659EF-D5D9-4966-9766-94E648CF54B4}" destId="{10C8D0A7-F320-4625-A7CA-1C20187A5256}" srcOrd="0" destOrd="0" parTransId="{674588BC-CD1F-40FC-BE77-552633D496EC}" sibTransId="{A6882AE5-D7B5-44B7-A889-B3379B9A9F0F}"/>
    <dgm:cxn modelId="{8EB3DAB3-48FD-479A-BC9F-5832081C8E79}" srcId="{56C659EF-D5D9-4966-9766-94E648CF54B4}" destId="{B36EFBF1-73BA-425F-A3CF-7E08104EA30F}" srcOrd="2" destOrd="0" parTransId="{6790E6F8-5D68-4037-893F-6493BFBE00D7}" sibTransId="{B3F1B510-227F-46ED-B986-D63B61DA879A}"/>
    <dgm:cxn modelId="{506DFBBB-5DA3-4336-A170-2D37840723A0}" type="presOf" srcId="{10C8D0A7-F320-4625-A7CA-1C20187A5256}" destId="{F5D4B462-10DF-4B21-9C9F-7036677B9A6F}" srcOrd="0" destOrd="0" presId="urn:microsoft.com/office/officeart/2005/8/layout/vList2"/>
    <dgm:cxn modelId="{030BD2C0-F9AA-4A2D-B3B2-2C0E4CFCD7D0}" type="presOf" srcId="{7AD339C3-DA9F-4EBA-8BC1-312BC9488D7D}" destId="{F5D4B462-10DF-4B21-9C9F-7036677B9A6F}" srcOrd="0" destOrd="1" presId="urn:microsoft.com/office/officeart/2005/8/layout/vList2"/>
    <dgm:cxn modelId="{631CAADA-119B-42BB-A763-F37E9A14839D}" srcId="{3F2A3565-A3E2-4F80-9EF1-46D8A9CD4ABB}" destId="{D43F1765-C9E0-4BA7-8AFD-F848749ECFE5}" srcOrd="1" destOrd="0" parTransId="{C2A7E9F3-575F-4930-88B4-7A4EA6157CD5}" sibTransId="{52F7500B-BC80-43BD-B975-4FD04F524298}"/>
    <dgm:cxn modelId="{82AD2AF0-3368-4DE5-90AB-5E00629A8D23}" type="presOf" srcId="{B36EFBF1-73BA-425F-A3CF-7E08104EA30F}" destId="{F5D4B462-10DF-4B21-9C9F-7036677B9A6F}" srcOrd="0" destOrd="2" presId="urn:microsoft.com/office/officeart/2005/8/layout/vList2"/>
    <dgm:cxn modelId="{D6B7A345-FACF-4F30-A66E-89C572EF7E65}" type="presParOf" srcId="{BF0F415F-B8B9-4695-AF35-4377809A68F1}" destId="{8A919D58-24E3-4602-A030-44306141890C}" srcOrd="0" destOrd="0" presId="urn:microsoft.com/office/officeart/2005/8/layout/vList2"/>
    <dgm:cxn modelId="{5D6EB850-1B57-4C29-B65B-21EA17E0235A}" type="presParOf" srcId="{BF0F415F-B8B9-4695-AF35-4377809A68F1}" destId="{F5D4B462-10DF-4B21-9C9F-7036677B9A6F}" srcOrd="1" destOrd="0" presId="urn:microsoft.com/office/officeart/2005/8/layout/vList2"/>
    <dgm:cxn modelId="{74878B38-1A42-4D4C-8CDA-FE89A756061A}" type="presParOf" srcId="{BF0F415F-B8B9-4695-AF35-4377809A68F1}" destId="{01D15529-0D62-434E-8BF7-2F048B278D04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5C019949-DB24-411C-B228-28A5444AC0DB}" type="doc">
      <dgm:prSet loTypeId="urn:microsoft.com/office/officeart/2009/3/layout/SubStepProcess" loCatId="process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BAEB1F8A-09AC-49D6-B95A-7B755BE84292}">
      <dgm:prSet/>
      <dgm:spPr/>
      <dgm:t>
        <a:bodyPr/>
        <a:lstStyle/>
        <a:p>
          <a:r>
            <a:rPr lang="en-IN" dirty="0"/>
            <a:t>At </a:t>
          </a:r>
          <a:r>
            <a:rPr lang="en-IN" b="1" dirty="0"/>
            <a:t>12 dB SNR</a:t>
          </a:r>
          <a:r>
            <a:rPr lang="en-IN" dirty="0"/>
            <a:t>, the noisy baseline signal shows heavy corruption:</a:t>
          </a:r>
          <a:endParaRPr lang="en-US" dirty="0"/>
        </a:p>
      </dgm:t>
    </dgm:pt>
    <dgm:pt modelId="{CB5F688E-F065-4436-8701-FFD3189B1FA5}" type="parTrans" cxnId="{982F38E5-A860-4655-A40C-0DD5F0411C2B}">
      <dgm:prSet/>
      <dgm:spPr/>
      <dgm:t>
        <a:bodyPr/>
        <a:lstStyle/>
        <a:p>
          <a:endParaRPr lang="en-US"/>
        </a:p>
      </dgm:t>
    </dgm:pt>
    <dgm:pt modelId="{4BC34138-0E6C-43DC-B27B-2CE26E96B39E}" type="sibTrans" cxnId="{982F38E5-A860-4655-A40C-0DD5F0411C2B}">
      <dgm:prSet/>
      <dgm:spPr/>
      <dgm:t>
        <a:bodyPr/>
        <a:lstStyle/>
        <a:p>
          <a:endParaRPr lang="en-US"/>
        </a:p>
      </dgm:t>
    </dgm:pt>
    <dgm:pt modelId="{8017E2FB-EF9D-4DF0-BDC7-B2C6682C6353}">
      <dgm:prSet/>
      <dgm:spPr/>
      <dgm:t>
        <a:bodyPr/>
        <a:lstStyle/>
        <a:p>
          <a:r>
            <a:rPr lang="en-IN" b="1"/>
            <a:t>Clean speech spectrogram:</a:t>
          </a:r>
          <a:r>
            <a:rPr lang="en-IN"/>
            <a:t> Distinct formants and harmonic bands visible.</a:t>
          </a:r>
          <a:endParaRPr lang="en-US"/>
        </a:p>
      </dgm:t>
    </dgm:pt>
    <dgm:pt modelId="{47A10646-0CC6-4E42-B6D4-D0412B5B2A3A}" type="parTrans" cxnId="{F5DDA64E-1EB3-402D-B6EC-BE08E8CC464F}">
      <dgm:prSet/>
      <dgm:spPr/>
      <dgm:t>
        <a:bodyPr/>
        <a:lstStyle/>
        <a:p>
          <a:endParaRPr lang="en-US"/>
        </a:p>
      </dgm:t>
    </dgm:pt>
    <dgm:pt modelId="{2E98C7FA-561C-48A4-AE70-CD2AF041E549}" type="sibTrans" cxnId="{F5DDA64E-1EB3-402D-B6EC-BE08E8CC464F}">
      <dgm:prSet/>
      <dgm:spPr/>
      <dgm:t>
        <a:bodyPr/>
        <a:lstStyle/>
        <a:p>
          <a:endParaRPr lang="en-US"/>
        </a:p>
      </dgm:t>
    </dgm:pt>
    <dgm:pt modelId="{72EDEBAA-472A-4F66-8893-6D11170A7A5B}">
      <dgm:prSet/>
      <dgm:spPr/>
      <dgm:t>
        <a:bodyPr/>
        <a:lstStyle/>
        <a:p>
          <a:r>
            <a:rPr lang="en-IN" b="1"/>
            <a:t>Noisy demodulated spectrogram:</a:t>
          </a:r>
          <a:r>
            <a:rPr lang="en-IN"/>
            <a:t> Broadband noise floor masks details, blurring speech cues.</a:t>
          </a:r>
          <a:endParaRPr lang="en-US"/>
        </a:p>
      </dgm:t>
    </dgm:pt>
    <dgm:pt modelId="{B0BEC5F9-3030-4ECD-B667-3D62A98EBBCF}" type="parTrans" cxnId="{DD65B8C9-BD51-41B2-9C18-2536482C95C9}">
      <dgm:prSet/>
      <dgm:spPr/>
      <dgm:t>
        <a:bodyPr/>
        <a:lstStyle/>
        <a:p>
          <a:endParaRPr lang="en-US"/>
        </a:p>
      </dgm:t>
    </dgm:pt>
    <dgm:pt modelId="{6C7E3406-7A8D-4E91-AFDE-F43EA5A5167F}" type="sibTrans" cxnId="{DD65B8C9-BD51-41B2-9C18-2536482C95C9}">
      <dgm:prSet/>
      <dgm:spPr/>
      <dgm:t>
        <a:bodyPr/>
        <a:lstStyle/>
        <a:p>
          <a:endParaRPr lang="en-US"/>
        </a:p>
      </dgm:t>
    </dgm:pt>
    <dgm:pt modelId="{3F2D64F8-C129-4E38-B63A-9E12531BD636}">
      <dgm:prSet/>
      <dgm:spPr/>
      <dgm:t>
        <a:bodyPr/>
        <a:lstStyle/>
        <a:p>
          <a:r>
            <a:rPr lang="en-IN" dirty="0"/>
            <a:t>The visual confirms why AM under noise is unintelligible and why traditional filters fail—non-stationary noise disrupts speech structure beyond recovery.</a:t>
          </a:r>
          <a:endParaRPr lang="en-US" dirty="0"/>
        </a:p>
      </dgm:t>
    </dgm:pt>
    <dgm:pt modelId="{F53B8C69-1AE0-4218-BF88-3770C1C27AC1}" type="parTrans" cxnId="{00A3D0B2-9EAF-4A67-85BE-EB4105D04DFD}">
      <dgm:prSet/>
      <dgm:spPr/>
      <dgm:t>
        <a:bodyPr/>
        <a:lstStyle/>
        <a:p>
          <a:endParaRPr lang="en-US"/>
        </a:p>
      </dgm:t>
    </dgm:pt>
    <dgm:pt modelId="{C2CDEC5B-FC73-49FD-BB00-A24CD9113FD2}" type="sibTrans" cxnId="{00A3D0B2-9EAF-4A67-85BE-EB4105D04DFD}">
      <dgm:prSet/>
      <dgm:spPr/>
      <dgm:t>
        <a:bodyPr/>
        <a:lstStyle/>
        <a:p>
          <a:endParaRPr lang="en-US"/>
        </a:p>
      </dgm:t>
    </dgm:pt>
    <dgm:pt modelId="{9187C7D6-BFA3-4D16-9809-7D5FD943EDFF}" type="pres">
      <dgm:prSet presAssocID="{5C019949-DB24-411C-B228-28A5444AC0DB}" presName="Name0" presStyleCnt="0">
        <dgm:presLayoutVars>
          <dgm:chMax val="7"/>
          <dgm:dir/>
          <dgm:animOne val="branch"/>
        </dgm:presLayoutVars>
      </dgm:prSet>
      <dgm:spPr/>
    </dgm:pt>
    <dgm:pt modelId="{30AE31AB-A472-456C-991E-913CDB844DA4}" type="pres">
      <dgm:prSet presAssocID="{BAEB1F8A-09AC-49D6-B95A-7B755BE84292}" presName="parTx1" presStyleLbl="node1" presStyleIdx="0" presStyleCnt="2"/>
      <dgm:spPr/>
    </dgm:pt>
    <dgm:pt modelId="{F89AA7CF-366C-4F9E-BC78-0BA2BDECA649}" type="pres">
      <dgm:prSet presAssocID="{BAEB1F8A-09AC-49D6-B95A-7B755BE84292}" presName="spPre1" presStyleCnt="0"/>
      <dgm:spPr/>
    </dgm:pt>
    <dgm:pt modelId="{FAC094BE-E8F0-42F5-9EFA-15CCFD9C2D7F}" type="pres">
      <dgm:prSet presAssocID="{BAEB1F8A-09AC-49D6-B95A-7B755BE84292}" presName="chLin1" presStyleCnt="0"/>
      <dgm:spPr/>
    </dgm:pt>
    <dgm:pt modelId="{3C46DC71-D26A-48FD-AF12-8BA52C449DF3}" type="pres">
      <dgm:prSet presAssocID="{47A10646-0CC6-4E42-B6D4-D0412B5B2A3A}" presName="Name11" presStyleLbl="parChTrans1D1" presStyleIdx="0" presStyleCnt="8"/>
      <dgm:spPr/>
    </dgm:pt>
    <dgm:pt modelId="{3492A58D-3441-4AD8-9D33-F852933D8931}" type="pres">
      <dgm:prSet presAssocID="{47A10646-0CC6-4E42-B6D4-D0412B5B2A3A}" presName="Name31" presStyleLbl="parChTrans1D1" presStyleIdx="1" presStyleCnt="8"/>
      <dgm:spPr/>
    </dgm:pt>
    <dgm:pt modelId="{D1D3490E-D069-4207-95E3-A15AE5ABC3D2}" type="pres">
      <dgm:prSet presAssocID="{8017E2FB-EF9D-4DF0-BDC7-B2C6682C6353}" presName="txAndLines1" presStyleCnt="0"/>
      <dgm:spPr/>
    </dgm:pt>
    <dgm:pt modelId="{C5408F0F-7C1A-4F72-915C-4EFCD66734FF}" type="pres">
      <dgm:prSet presAssocID="{8017E2FB-EF9D-4DF0-BDC7-B2C6682C6353}" presName="anchor1" presStyleCnt="0"/>
      <dgm:spPr/>
    </dgm:pt>
    <dgm:pt modelId="{E2329FA6-E591-4D26-81DA-158C1A5728EB}" type="pres">
      <dgm:prSet presAssocID="{8017E2FB-EF9D-4DF0-BDC7-B2C6682C6353}" presName="backup1" presStyleCnt="0"/>
      <dgm:spPr/>
    </dgm:pt>
    <dgm:pt modelId="{20A24502-BCE4-472D-8D2C-A7154833AED6}" type="pres">
      <dgm:prSet presAssocID="{8017E2FB-EF9D-4DF0-BDC7-B2C6682C6353}" presName="preLine1" presStyleLbl="parChTrans1D1" presStyleIdx="2" presStyleCnt="8"/>
      <dgm:spPr/>
    </dgm:pt>
    <dgm:pt modelId="{67F48D19-FB54-438F-8680-0EAA61B04BF4}" type="pres">
      <dgm:prSet presAssocID="{8017E2FB-EF9D-4DF0-BDC7-B2C6682C6353}" presName="desTx1" presStyleLbl="revTx" presStyleIdx="0" presStyleCnt="0">
        <dgm:presLayoutVars>
          <dgm:bulletEnabled val="1"/>
        </dgm:presLayoutVars>
      </dgm:prSet>
      <dgm:spPr/>
    </dgm:pt>
    <dgm:pt modelId="{B296DD45-6133-4499-843E-59BED10CEE99}" type="pres">
      <dgm:prSet presAssocID="{8017E2FB-EF9D-4DF0-BDC7-B2C6682C6353}" presName="postLine1" presStyleLbl="parChTrans1D1" presStyleIdx="3" presStyleCnt="8"/>
      <dgm:spPr/>
    </dgm:pt>
    <dgm:pt modelId="{BF659925-71C9-4BCF-BCAA-C579AA6C9A8A}" type="pres">
      <dgm:prSet presAssocID="{B0BEC5F9-3030-4ECD-B667-3D62A98EBBCF}" presName="Name11" presStyleLbl="parChTrans1D1" presStyleIdx="4" presStyleCnt="8"/>
      <dgm:spPr/>
    </dgm:pt>
    <dgm:pt modelId="{F6ECBDA1-C5AF-47A2-A3BE-D89477452705}" type="pres">
      <dgm:prSet presAssocID="{B0BEC5F9-3030-4ECD-B667-3D62A98EBBCF}" presName="Name31" presStyleLbl="parChTrans1D1" presStyleIdx="5" presStyleCnt="8"/>
      <dgm:spPr/>
    </dgm:pt>
    <dgm:pt modelId="{DECC58F2-AE29-46AC-97FE-61069DC24BD1}" type="pres">
      <dgm:prSet presAssocID="{72EDEBAA-472A-4F66-8893-6D11170A7A5B}" presName="txAndLines1" presStyleCnt="0"/>
      <dgm:spPr/>
    </dgm:pt>
    <dgm:pt modelId="{D980B394-4C9E-4E77-8C0E-9E5039C3A22B}" type="pres">
      <dgm:prSet presAssocID="{72EDEBAA-472A-4F66-8893-6D11170A7A5B}" presName="anchor1" presStyleCnt="0"/>
      <dgm:spPr/>
    </dgm:pt>
    <dgm:pt modelId="{0815B680-EDE1-4A0D-B784-46D52909FF0E}" type="pres">
      <dgm:prSet presAssocID="{72EDEBAA-472A-4F66-8893-6D11170A7A5B}" presName="backup1" presStyleCnt="0"/>
      <dgm:spPr/>
    </dgm:pt>
    <dgm:pt modelId="{C4E4C10B-6B87-4938-AD72-173724C46DF5}" type="pres">
      <dgm:prSet presAssocID="{72EDEBAA-472A-4F66-8893-6D11170A7A5B}" presName="preLine1" presStyleLbl="parChTrans1D1" presStyleIdx="6" presStyleCnt="8"/>
      <dgm:spPr/>
    </dgm:pt>
    <dgm:pt modelId="{A493E760-3FBE-4D4C-B339-298433E0B701}" type="pres">
      <dgm:prSet presAssocID="{72EDEBAA-472A-4F66-8893-6D11170A7A5B}" presName="desTx1" presStyleLbl="revTx" presStyleIdx="0" presStyleCnt="0">
        <dgm:presLayoutVars>
          <dgm:bulletEnabled val="1"/>
        </dgm:presLayoutVars>
      </dgm:prSet>
      <dgm:spPr/>
    </dgm:pt>
    <dgm:pt modelId="{42360879-CFBF-412E-BFA0-1B5790020943}" type="pres">
      <dgm:prSet presAssocID="{72EDEBAA-472A-4F66-8893-6D11170A7A5B}" presName="postLine1" presStyleLbl="parChTrans1D1" presStyleIdx="7" presStyleCnt="8"/>
      <dgm:spPr/>
    </dgm:pt>
    <dgm:pt modelId="{9AA87612-0357-44B3-B4E0-21808E67BD34}" type="pres">
      <dgm:prSet presAssocID="{BAEB1F8A-09AC-49D6-B95A-7B755BE84292}" presName="spPost1" presStyleCnt="0"/>
      <dgm:spPr/>
    </dgm:pt>
    <dgm:pt modelId="{8CFE4323-DAC9-4769-A61E-E7FC3513C128}" type="pres">
      <dgm:prSet presAssocID="{3F2D64F8-C129-4E38-B63A-9E12531BD636}" presName="parTx2" presStyleLbl="node1" presStyleIdx="1" presStyleCnt="2"/>
      <dgm:spPr/>
    </dgm:pt>
  </dgm:ptLst>
  <dgm:cxnLst>
    <dgm:cxn modelId="{4FC79A36-E2DA-4645-A4F1-E33C2ACDDD5D}" type="presOf" srcId="{BAEB1F8A-09AC-49D6-B95A-7B755BE84292}" destId="{30AE31AB-A472-456C-991E-913CDB844DA4}" srcOrd="0" destOrd="0" presId="urn:microsoft.com/office/officeart/2009/3/layout/SubStepProcess"/>
    <dgm:cxn modelId="{F5DDA64E-1EB3-402D-B6EC-BE08E8CC464F}" srcId="{BAEB1F8A-09AC-49D6-B95A-7B755BE84292}" destId="{8017E2FB-EF9D-4DF0-BDC7-B2C6682C6353}" srcOrd="0" destOrd="0" parTransId="{47A10646-0CC6-4E42-B6D4-D0412B5B2A3A}" sibTransId="{2E98C7FA-561C-48A4-AE70-CD2AF041E549}"/>
    <dgm:cxn modelId="{E3629C53-2C6F-4999-AA5E-652E88695579}" type="presOf" srcId="{5C019949-DB24-411C-B228-28A5444AC0DB}" destId="{9187C7D6-BFA3-4D16-9809-7D5FD943EDFF}" srcOrd="0" destOrd="0" presId="urn:microsoft.com/office/officeart/2009/3/layout/SubStepProcess"/>
    <dgm:cxn modelId="{35DDFC7D-4D23-473C-93C4-447B219EE7E7}" type="presOf" srcId="{72EDEBAA-472A-4F66-8893-6D11170A7A5B}" destId="{A493E760-3FBE-4D4C-B339-298433E0B701}" srcOrd="0" destOrd="0" presId="urn:microsoft.com/office/officeart/2009/3/layout/SubStepProcess"/>
    <dgm:cxn modelId="{D6704681-CFB7-412C-8A52-9B8E08FACE51}" type="presOf" srcId="{8017E2FB-EF9D-4DF0-BDC7-B2C6682C6353}" destId="{67F48D19-FB54-438F-8680-0EAA61B04BF4}" srcOrd="0" destOrd="0" presId="urn:microsoft.com/office/officeart/2009/3/layout/SubStepProcess"/>
    <dgm:cxn modelId="{00A3D0B2-9EAF-4A67-85BE-EB4105D04DFD}" srcId="{5C019949-DB24-411C-B228-28A5444AC0DB}" destId="{3F2D64F8-C129-4E38-B63A-9E12531BD636}" srcOrd="1" destOrd="0" parTransId="{F53B8C69-1AE0-4218-BF88-3770C1C27AC1}" sibTransId="{C2CDEC5B-FC73-49FD-BB00-A24CD9113FD2}"/>
    <dgm:cxn modelId="{DD65B8C9-BD51-41B2-9C18-2536482C95C9}" srcId="{BAEB1F8A-09AC-49D6-B95A-7B755BE84292}" destId="{72EDEBAA-472A-4F66-8893-6D11170A7A5B}" srcOrd="1" destOrd="0" parTransId="{B0BEC5F9-3030-4ECD-B667-3D62A98EBBCF}" sibTransId="{6C7E3406-7A8D-4E91-AFDE-F43EA5A5167F}"/>
    <dgm:cxn modelId="{982F38E5-A860-4655-A40C-0DD5F0411C2B}" srcId="{5C019949-DB24-411C-B228-28A5444AC0DB}" destId="{BAEB1F8A-09AC-49D6-B95A-7B755BE84292}" srcOrd="0" destOrd="0" parTransId="{CB5F688E-F065-4436-8701-FFD3189B1FA5}" sibTransId="{4BC34138-0E6C-43DC-B27B-2CE26E96B39E}"/>
    <dgm:cxn modelId="{C45667EA-8D31-4C2F-9970-2CA488B4E72F}" type="presOf" srcId="{3F2D64F8-C129-4E38-B63A-9E12531BD636}" destId="{8CFE4323-DAC9-4769-A61E-E7FC3513C128}" srcOrd="0" destOrd="0" presId="urn:microsoft.com/office/officeart/2009/3/layout/SubStepProcess"/>
    <dgm:cxn modelId="{71069C7A-E0C1-454C-BBD9-8E076B560128}" type="presParOf" srcId="{9187C7D6-BFA3-4D16-9809-7D5FD943EDFF}" destId="{30AE31AB-A472-456C-991E-913CDB844DA4}" srcOrd="0" destOrd="0" presId="urn:microsoft.com/office/officeart/2009/3/layout/SubStepProcess"/>
    <dgm:cxn modelId="{95C3FC94-7FA2-4102-80A6-1F92073F6755}" type="presParOf" srcId="{9187C7D6-BFA3-4D16-9809-7D5FD943EDFF}" destId="{F89AA7CF-366C-4F9E-BC78-0BA2BDECA649}" srcOrd="1" destOrd="0" presId="urn:microsoft.com/office/officeart/2009/3/layout/SubStepProcess"/>
    <dgm:cxn modelId="{D8B23E21-A102-490E-BC77-0CAB75ECB5B5}" type="presParOf" srcId="{9187C7D6-BFA3-4D16-9809-7D5FD943EDFF}" destId="{FAC094BE-E8F0-42F5-9EFA-15CCFD9C2D7F}" srcOrd="2" destOrd="0" presId="urn:microsoft.com/office/officeart/2009/3/layout/SubStepProcess"/>
    <dgm:cxn modelId="{7BD21B01-15EA-4500-A749-B7F148DB6835}" type="presParOf" srcId="{FAC094BE-E8F0-42F5-9EFA-15CCFD9C2D7F}" destId="{3C46DC71-D26A-48FD-AF12-8BA52C449DF3}" srcOrd="0" destOrd="0" presId="urn:microsoft.com/office/officeart/2009/3/layout/SubStepProcess"/>
    <dgm:cxn modelId="{BA1FC51E-ABBE-49D3-AC6E-777101C86E1C}" type="presParOf" srcId="{FAC094BE-E8F0-42F5-9EFA-15CCFD9C2D7F}" destId="{3492A58D-3441-4AD8-9D33-F852933D8931}" srcOrd="1" destOrd="0" presId="urn:microsoft.com/office/officeart/2009/3/layout/SubStepProcess"/>
    <dgm:cxn modelId="{DFC701FD-B4E9-48E0-9D9F-E541E55212C4}" type="presParOf" srcId="{FAC094BE-E8F0-42F5-9EFA-15CCFD9C2D7F}" destId="{D1D3490E-D069-4207-95E3-A15AE5ABC3D2}" srcOrd="2" destOrd="0" presId="urn:microsoft.com/office/officeart/2009/3/layout/SubStepProcess"/>
    <dgm:cxn modelId="{CFD9F7ED-8CB7-4202-93B6-B901BEFAD1A2}" type="presParOf" srcId="{D1D3490E-D069-4207-95E3-A15AE5ABC3D2}" destId="{C5408F0F-7C1A-4F72-915C-4EFCD66734FF}" srcOrd="0" destOrd="0" presId="urn:microsoft.com/office/officeart/2009/3/layout/SubStepProcess"/>
    <dgm:cxn modelId="{71EC8450-C12D-438E-A749-75844F0570E1}" type="presParOf" srcId="{D1D3490E-D069-4207-95E3-A15AE5ABC3D2}" destId="{E2329FA6-E591-4D26-81DA-158C1A5728EB}" srcOrd="1" destOrd="0" presId="urn:microsoft.com/office/officeart/2009/3/layout/SubStepProcess"/>
    <dgm:cxn modelId="{A2ACF139-8536-4303-AD5A-C319C20A9EBC}" type="presParOf" srcId="{D1D3490E-D069-4207-95E3-A15AE5ABC3D2}" destId="{20A24502-BCE4-472D-8D2C-A7154833AED6}" srcOrd="2" destOrd="0" presId="urn:microsoft.com/office/officeart/2009/3/layout/SubStepProcess"/>
    <dgm:cxn modelId="{94F95786-403E-4554-9D73-6843FA5E31C8}" type="presParOf" srcId="{D1D3490E-D069-4207-95E3-A15AE5ABC3D2}" destId="{67F48D19-FB54-438F-8680-0EAA61B04BF4}" srcOrd="3" destOrd="0" presId="urn:microsoft.com/office/officeart/2009/3/layout/SubStepProcess"/>
    <dgm:cxn modelId="{BF79DDF4-53D0-4619-9F3D-47AA4E0F64B8}" type="presParOf" srcId="{D1D3490E-D069-4207-95E3-A15AE5ABC3D2}" destId="{B296DD45-6133-4499-843E-59BED10CEE99}" srcOrd="4" destOrd="0" presId="urn:microsoft.com/office/officeart/2009/3/layout/SubStepProcess"/>
    <dgm:cxn modelId="{9E59DA8C-8CFE-430F-A2CB-888D1AB6E0D8}" type="presParOf" srcId="{FAC094BE-E8F0-42F5-9EFA-15CCFD9C2D7F}" destId="{BF659925-71C9-4BCF-BCAA-C579AA6C9A8A}" srcOrd="3" destOrd="0" presId="urn:microsoft.com/office/officeart/2009/3/layout/SubStepProcess"/>
    <dgm:cxn modelId="{EF5F9D15-6FA1-4246-BD80-88B9082C6B43}" type="presParOf" srcId="{FAC094BE-E8F0-42F5-9EFA-15CCFD9C2D7F}" destId="{F6ECBDA1-C5AF-47A2-A3BE-D89477452705}" srcOrd="4" destOrd="0" presId="urn:microsoft.com/office/officeart/2009/3/layout/SubStepProcess"/>
    <dgm:cxn modelId="{D3DE1B71-81D4-4B50-B956-F67860AAC1CC}" type="presParOf" srcId="{FAC094BE-E8F0-42F5-9EFA-15CCFD9C2D7F}" destId="{DECC58F2-AE29-46AC-97FE-61069DC24BD1}" srcOrd="5" destOrd="0" presId="urn:microsoft.com/office/officeart/2009/3/layout/SubStepProcess"/>
    <dgm:cxn modelId="{22301F39-01A0-4E8E-A55F-219A9B8BAD0B}" type="presParOf" srcId="{DECC58F2-AE29-46AC-97FE-61069DC24BD1}" destId="{D980B394-4C9E-4E77-8C0E-9E5039C3A22B}" srcOrd="0" destOrd="0" presId="urn:microsoft.com/office/officeart/2009/3/layout/SubStepProcess"/>
    <dgm:cxn modelId="{73904A00-C3F0-41E4-A57A-C3DB75474B4A}" type="presParOf" srcId="{DECC58F2-AE29-46AC-97FE-61069DC24BD1}" destId="{0815B680-EDE1-4A0D-B784-46D52909FF0E}" srcOrd="1" destOrd="0" presId="urn:microsoft.com/office/officeart/2009/3/layout/SubStepProcess"/>
    <dgm:cxn modelId="{E8F5DA71-A79C-40FE-BBF4-E67CCC92BD66}" type="presParOf" srcId="{DECC58F2-AE29-46AC-97FE-61069DC24BD1}" destId="{C4E4C10B-6B87-4938-AD72-173724C46DF5}" srcOrd="2" destOrd="0" presId="urn:microsoft.com/office/officeart/2009/3/layout/SubStepProcess"/>
    <dgm:cxn modelId="{4F4F9199-AE6D-4FCC-8EFE-AA1EC261E06E}" type="presParOf" srcId="{DECC58F2-AE29-46AC-97FE-61069DC24BD1}" destId="{A493E760-3FBE-4D4C-B339-298433E0B701}" srcOrd="3" destOrd="0" presId="urn:microsoft.com/office/officeart/2009/3/layout/SubStepProcess"/>
    <dgm:cxn modelId="{B43FEB47-6E22-4498-A164-9151F41388DA}" type="presParOf" srcId="{DECC58F2-AE29-46AC-97FE-61069DC24BD1}" destId="{42360879-CFBF-412E-BFA0-1B5790020943}" srcOrd="4" destOrd="0" presId="urn:microsoft.com/office/officeart/2009/3/layout/SubStepProcess"/>
    <dgm:cxn modelId="{BACA1298-3A06-4884-B43D-F2B5F0CE20A7}" type="presParOf" srcId="{9187C7D6-BFA3-4D16-9809-7D5FD943EDFF}" destId="{9AA87612-0357-44B3-B4E0-21808E67BD34}" srcOrd="3" destOrd="0" presId="urn:microsoft.com/office/officeart/2009/3/layout/SubStepProcess"/>
    <dgm:cxn modelId="{3298B1B3-F144-422F-BE73-5BDC9193DF64}" type="presParOf" srcId="{9187C7D6-BFA3-4D16-9809-7D5FD943EDFF}" destId="{8CFE4323-DAC9-4769-A61E-E7FC3513C128}" srcOrd="4" destOrd="0" presId="urn:microsoft.com/office/officeart/2009/3/layout/SubSte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17FBF0B-116F-4A52-80EB-E762B332F890}" type="doc">
      <dgm:prSet loTypeId="urn:microsoft.com/office/officeart/2005/8/layout/hierarchy2" loCatId="hierarchy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2AA23C6-1232-40BD-8CAE-555990EAA4B8}">
      <dgm:prSet custT="1"/>
      <dgm:spPr/>
      <dgm:t>
        <a:bodyPr/>
        <a:lstStyle/>
        <a:p>
          <a:r>
            <a:rPr lang="en-IN" sz="2000"/>
            <a:t>AI Enhancement restores intelligibility at </a:t>
          </a:r>
          <a:r>
            <a:rPr lang="en-IN" sz="2000" b="1"/>
            <a:t>12 dB SNR</a:t>
          </a:r>
          <a:r>
            <a:rPr lang="en-IN" sz="2000"/>
            <a:t>:</a:t>
          </a:r>
          <a:endParaRPr lang="en-US" sz="2000"/>
        </a:p>
      </dgm:t>
    </dgm:pt>
    <dgm:pt modelId="{DB17A464-E7DC-4736-90A3-6F9C4A651777}" type="parTrans" cxnId="{6D0FE905-027D-4A2E-BEA6-B82469C46871}">
      <dgm:prSet/>
      <dgm:spPr/>
      <dgm:t>
        <a:bodyPr/>
        <a:lstStyle/>
        <a:p>
          <a:endParaRPr lang="en-US" sz="2000"/>
        </a:p>
      </dgm:t>
    </dgm:pt>
    <dgm:pt modelId="{F706A456-8594-4F2E-BB39-DFC925D3CFE3}" type="sibTrans" cxnId="{6D0FE905-027D-4A2E-BEA6-B82469C46871}">
      <dgm:prSet/>
      <dgm:spPr/>
      <dgm:t>
        <a:bodyPr/>
        <a:lstStyle/>
        <a:p>
          <a:endParaRPr lang="en-US" sz="2000"/>
        </a:p>
      </dgm:t>
    </dgm:pt>
    <dgm:pt modelId="{8EB30761-5B40-4343-9046-1F1E548E16C1}">
      <dgm:prSet custT="1"/>
      <dgm:spPr/>
      <dgm:t>
        <a:bodyPr/>
        <a:lstStyle/>
        <a:p>
          <a:r>
            <a:rPr lang="en-IN" sz="2000" b="1"/>
            <a:t>Noisy baseline:</a:t>
          </a:r>
          <a:r>
            <a:rPr lang="en-IN" sz="2000"/>
            <a:t> Dense noise obscures speech bands.</a:t>
          </a:r>
          <a:endParaRPr lang="en-US" sz="2000"/>
        </a:p>
      </dgm:t>
    </dgm:pt>
    <dgm:pt modelId="{69857E39-573A-4809-B132-A66D7D698C3F}" type="parTrans" cxnId="{33B75B1F-6474-4566-BE22-8DF2510A0AE5}">
      <dgm:prSet custT="1"/>
      <dgm:spPr/>
      <dgm:t>
        <a:bodyPr/>
        <a:lstStyle/>
        <a:p>
          <a:endParaRPr lang="en-US" sz="900"/>
        </a:p>
      </dgm:t>
    </dgm:pt>
    <dgm:pt modelId="{143DD650-16B3-47A7-8877-00E781CE5DCE}" type="sibTrans" cxnId="{33B75B1F-6474-4566-BE22-8DF2510A0AE5}">
      <dgm:prSet/>
      <dgm:spPr/>
      <dgm:t>
        <a:bodyPr/>
        <a:lstStyle/>
        <a:p>
          <a:endParaRPr lang="en-US" sz="2000"/>
        </a:p>
      </dgm:t>
    </dgm:pt>
    <dgm:pt modelId="{304E6AD7-B404-4B81-B5B0-AF91332F2F8B}">
      <dgm:prSet custT="1"/>
      <dgm:spPr/>
      <dgm:t>
        <a:bodyPr/>
        <a:lstStyle/>
        <a:p>
          <a:r>
            <a:rPr lang="en-IN" sz="2000" b="1"/>
            <a:t>AI-enhanced spectrogram:</a:t>
          </a:r>
          <a:r>
            <a:rPr lang="en-IN" sz="2000"/>
            <a:t> Noise floor removed, dark background restored.</a:t>
          </a:r>
          <a:endParaRPr lang="en-US" sz="2000"/>
        </a:p>
      </dgm:t>
    </dgm:pt>
    <dgm:pt modelId="{53BB96FC-4CDA-4299-A587-3BA2F448C641}" type="parTrans" cxnId="{64BE87A5-96B1-46A2-9C70-DF7BD5C8928C}">
      <dgm:prSet custT="1"/>
      <dgm:spPr/>
      <dgm:t>
        <a:bodyPr/>
        <a:lstStyle/>
        <a:p>
          <a:endParaRPr lang="en-US" sz="600"/>
        </a:p>
      </dgm:t>
    </dgm:pt>
    <dgm:pt modelId="{C0E1A5F0-6094-4DD6-A85D-075050C1DA17}" type="sibTrans" cxnId="{64BE87A5-96B1-46A2-9C70-DF7BD5C8928C}">
      <dgm:prSet/>
      <dgm:spPr/>
      <dgm:t>
        <a:bodyPr/>
        <a:lstStyle/>
        <a:p>
          <a:endParaRPr lang="en-US" sz="2000"/>
        </a:p>
      </dgm:t>
    </dgm:pt>
    <dgm:pt modelId="{5A76ECD1-9688-468E-A43C-E1DC7F5ED7A3}">
      <dgm:prSet custT="1"/>
      <dgm:spPr/>
      <dgm:t>
        <a:bodyPr/>
        <a:lstStyle/>
        <a:p>
          <a:r>
            <a:rPr lang="en-IN" sz="2000"/>
            <a:t>Clear formants and harmonics emerge, resembling clean reference.</a:t>
          </a:r>
          <a:endParaRPr lang="en-US" sz="2000"/>
        </a:p>
      </dgm:t>
    </dgm:pt>
    <dgm:pt modelId="{018C046F-E813-4710-9339-6524C829BD9A}" type="parTrans" cxnId="{10F77343-2FE5-4BF3-8D78-13157081C115}">
      <dgm:prSet custT="1"/>
      <dgm:spPr/>
      <dgm:t>
        <a:bodyPr/>
        <a:lstStyle/>
        <a:p>
          <a:endParaRPr lang="en-US" sz="900"/>
        </a:p>
      </dgm:t>
    </dgm:pt>
    <dgm:pt modelId="{EA3A243F-A7B4-406D-8E58-721C68FAB0E2}" type="sibTrans" cxnId="{10F77343-2FE5-4BF3-8D78-13157081C115}">
      <dgm:prSet/>
      <dgm:spPr/>
      <dgm:t>
        <a:bodyPr/>
        <a:lstStyle/>
        <a:p>
          <a:endParaRPr lang="en-US" sz="2000"/>
        </a:p>
      </dgm:t>
    </dgm:pt>
    <dgm:pt modelId="{046B0D7B-C94A-417F-AFB6-E3BBFEF676C2}">
      <dgm:prSet custT="1"/>
      <dgm:spPr/>
      <dgm:t>
        <a:bodyPr/>
        <a:lstStyle/>
        <a:p>
          <a:r>
            <a:rPr lang="en-IN" sz="2000"/>
            <a:t>This validates the AI denoiser’s learned capability to separate human speech features from disruptive noise patterns.</a:t>
          </a:r>
          <a:endParaRPr lang="en-US" sz="2000"/>
        </a:p>
      </dgm:t>
    </dgm:pt>
    <dgm:pt modelId="{3C973718-7D3F-4EE8-91E0-981A6DBA7D57}" type="parTrans" cxnId="{F593B0B9-A988-45B3-8DC2-B5DFA5C304AE}">
      <dgm:prSet/>
      <dgm:spPr/>
      <dgm:t>
        <a:bodyPr/>
        <a:lstStyle/>
        <a:p>
          <a:endParaRPr lang="en-US" sz="2000"/>
        </a:p>
      </dgm:t>
    </dgm:pt>
    <dgm:pt modelId="{30844293-A473-4611-8BA0-588A3EEB7AB8}" type="sibTrans" cxnId="{F593B0B9-A988-45B3-8DC2-B5DFA5C304AE}">
      <dgm:prSet/>
      <dgm:spPr/>
      <dgm:t>
        <a:bodyPr/>
        <a:lstStyle/>
        <a:p>
          <a:endParaRPr lang="en-US" sz="2000"/>
        </a:p>
      </dgm:t>
    </dgm:pt>
    <dgm:pt modelId="{08ACE317-05A8-4006-BF49-46D1CD7C79A4}" type="pres">
      <dgm:prSet presAssocID="{917FBF0B-116F-4A52-80EB-E762B332F890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95A8338-263A-43F1-AFBF-741B7FFF7981}" type="pres">
      <dgm:prSet presAssocID="{32AA23C6-1232-40BD-8CAE-555990EAA4B8}" presName="root1" presStyleCnt="0"/>
      <dgm:spPr/>
    </dgm:pt>
    <dgm:pt modelId="{8817EF9B-0337-4A79-A81D-CD89BCD4839B}" type="pres">
      <dgm:prSet presAssocID="{32AA23C6-1232-40BD-8CAE-555990EAA4B8}" presName="LevelOneTextNode" presStyleLbl="node0" presStyleIdx="0" presStyleCnt="2">
        <dgm:presLayoutVars>
          <dgm:chPref val="3"/>
        </dgm:presLayoutVars>
      </dgm:prSet>
      <dgm:spPr/>
    </dgm:pt>
    <dgm:pt modelId="{F7A90137-7DF0-469F-A199-F611F0A30352}" type="pres">
      <dgm:prSet presAssocID="{32AA23C6-1232-40BD-8CAE-555990EAA4B8}" presName="level2hierChild" presStyleCnt="0"/>
      <dgm:spPr/>
    </dgm:pt>
    <dgm:pt modelId="{11FA7104-9007-40B8-ADDE-6953D8A3AB8A}" type="pres">
      <dgm:prSet presAssocID="{69857E39-573A-4809-B132-A66D7D698C3F}" presName="conn2-1" presStyleLbl="parChTrans1D2" presStyleIdx="0" presStyleCnt="3"/>
      <dgm:spPr/>
    </dgm:pt>
    <dgm:pt modelId="{DA4B5F66-3AC4-4178-B300-679AF7080205}" type="pres">
      <dgm:prSet presAssocID="{69857E39-573A-4809-B132-A66D7D698C3F}" presName="connTx" presStyleLbl="parChTrans1D2" presStyleIdx="0" presStyleCnt="3"/>
      <dgm:spPr/>
    </dgm:pt>
    <dgm:pt modelId="{A375F33A-A092-433E-AA07-012A6B51AFC6}" type="pres">
      <dgm:prSet presAssocID="{8EB30761-5B40-4343-9046-1F1E548E16C1}" presName="root2" presStyleCnt="0"/>
      <dgm:spPr/>
    </dgm:pt>
    <dgm:pt modelId="{91E8A0BB-33DE-4F16-A4B2-60DB670D78F2}" type="pres">
      <dgm:prSet presAssocID="{8EB30761-5B40-4343-9046-1F1E548E16C1}" presName="LevelTwoTextNode" presStyleLbl="node2" presStyleIdx="0" presStyleCnt="3">
        <dgm:presLayoutVars>
          <dgm:chPref val="3"/>
        </dgm:presLayoutVars>
      </dgm:prSet>
      <dgm:spPr/>
    </dgm:pt>
    <dgm:pt modelId="{524889A2-7C02-4D70-B233-CD8A0B0AAABA}" type="pres">
      <dgm:prSet presAssocID="{8EB30761-5B40-4343-9046-1F1E548E16C1}" presName="level3hierChild" presStyleCnt="0"/>
      <dgm:spPr/>
    </dgm:pt>
    <dgm:pt modelId="{34DA8B69-48E0-4C40-93ED-99E637D4905E}" type="pres">
      <dgm:prSet presAssocID="{53BB96FC-4CDA-4299-A587-3BA2F448C641}" presName="conn2-1" presStyleLbl="parChTrans1D2" presStyleIdx="1" presStyleCnt="3"/>
      <dgm:spPr/>
    </dgm:pt>
    <dgm:pt modelId="{2F7F98C1-76E8-404C-9F53-E6C6D0A7077A}" type="pres">
      <dgm:prSet presAssocID="{53BB96FC-4CDA-4299-A587-3BA2F448C641}" presName="connTx" presStyleLbl="parChTrans1D2" presStyleIdx="1" presStyleCnt="3"/>
      <dgm:spPr/>
    </dgm:pt>
    <dgm:pt modelId="{F95E8381-3924-401B-9475-047573DED42E}" type="pres">
      <dgm:prSet presAssocID="{304E6AD7-B404-4B81-B5B0-AF91332F2F8B}" presName="root2" presStyleCnt="0"/>
      <dgm:spPr/>
    </dgm:pt>
    <dgm:pt modelId="{952C2710-445A-4A54-85A6-7CE8882850EB}" type="pres">
      <dgm:prSet presAssocID="{304E6AD7-B404-4B81-B5B0-AF91332F2F8B}" presName="LevelTwoTextNode" presStyleLbl="node2" presStyleIdx="1" presStyleCnt="3">
        <dgm:presLayoutVars>
          <dgm:chPref val="3"/>
        </dgm:presLayoutVars>
      </dgm:prSet>
      <dgm:spPr/>
    </dgm:pt>
    <dgm:pt modelId="{A70B380F-F53E-46DF-8337-C201FBDF98B2}" type="pres">
      <dgm:prSet presAssocID="{304E6AD7-B404-4B81-B5B0-AF91332F2F8B}" presName="level3hierChild" presStyleCnt="0"/>
      <dgm:spPr/>
    </dgm:pt>
    <dgm:pt modelId="{29632193-E5F7-4823-8367-AB12864046E2}" type="pres">
      <dgm:prSet presAssocID="{018C046F-E813-4710-9339-6524C829BD9A}" presName="conn2-1" presStyleLbl="parChTrans1D2" presStyleIdx="2" presStyleCnt="3"/>
      <dgm:spPr/>
    </dgm:pt>
    <dgm:pt modelId="{8B8C04B0-BCFC-469E-ADD1-C2BAB5157891}" type="pres">
      <dgm:prSet presAssocID="{018C046F-E813-4710-9339-6524C829BD9A}" presName="connTx" presStyleLbl="parChTrans1D2" presStyleIdx="2" presStyleCnt="3"/>
      <dgm:spPr/>
    </dgm:pt>
    <dgm:pt modelId="{07E78083-DB73-4F1F-9F9F-B680E6C4B680}" type="pres">
      <dgm:prSet presAssocID="{5A76ECD1-9688-468E-A43C-E1DC7F5ED7A3}" presName="root2" presStyleCnt="0"/>
      <dgm:spPr/>
    </dgm:pt>
    <dgm:pt modelId="{13F02D97-02BC-4268-A5F5-F62F84D71876}" type="pres">
      <dgm:prSet presAssocID="{5A76ECD1-9688-468E-A43C-E1DC7F5ED7A3}" presName="LevelTwoTextNode" presStyleLbl="node2" presStyleIdx="2" presStyleCnt="3">
        <dgm:presLayoutVars>
          <dgm:chPref val="3"/>
        </dgm:presLayoutVars>
      </dgm:prSet>
      <dgm:spPr/>
    </dgm:pt>
    <dgm:pt modelId="{C9A85C2C-7056-46B0-A841-18A1CF32AD0F}" type="pres">
      <dgm:prSet presAssocID="{5A76ECD1-9688-468E-A43C-E1DC7F5ED7A3}" presName="level3hierChild" presStyleCnt="0"/>
      <dgm:spPr/>
    </dgm:pt>
    <dgm:pt modelId="{C7AF4718-96C1-4644-8E53-BA979FFF5ACF}" type="pres">
      <dgm:prSet presAssocID="{046B0D7B-C94A-417F-AFB6-E3BBFEF676C2}" presName="root1" presStyleCnt="0"/>
      <dgm:spPr/>
    </dgm:pt>
    <dgm:pt modelId="{C4083654-4084-43C7-9A94-A5D88A5460E9}" type="pres">
      <dgm:prSet presAssocID="{046B0D7B-C94A-417F-AFB6-E3BBFEF676C2}" presName="LevelOneTextNode" presStyleLbl="node0" presStyleIdx="1" presStyleCnt="2">
        <dgm:presLayoutVars>
          <dgm:chPref val="3"/>
        </dgm:presLayoutVars>
      </dgm:prSet>
      <dgm:spPr/>
    </dgm:pt>
    <dgm:pt modelId="{54D1868C-91F5-4652-B63E-901859D9C281}" type="pres">
      <dgm:prSet presAssocID="{046B0D7B-C94A-417F-AFB6-E3BBFEF676C2}" presName="level2hierChild" presStyleCnt="0"/>
      <dgm:spPr/>
    </dgm:pt>
  </dgm:ptLst>
  <dgm:cxnLst>
    <dgm:cxn modelId="{641F0E04-0C1C-43A1-9C1F-5D1DBD1856B9}" type="presOf" srcId="{304E6AD7-B404-4B81-B5B0-AF91332F2F8B}" destId="{952C2710-445A-4A54-85A6-7CE8882850EB}" srcOrd="0" destOrd="0" presId="urn:microsoft.com/office/officeart/2005/8/layout/hierarchy2"/>
    <dgm:cxn modelId="{6D0FE905-027D-4A2E-BEA6-B82469C46871}" srcId="{917FBF0B-116F-4A52-80EB-E762B332F890}" destId="{32AA23C6-1232-40BD-8CAE-555990EAA4B8}" srcOrd="0" destOrd="0" parTransId="{DB17A464-E7DC-4736-90A3-6F9C4A651777}" sibTransId="{F706A456-8594-4F2E-BB39-DFC925D3CFE3}"/>
    <dgm:cxn modelId="{9E644213-53A2-4EBA-AD1B-6E0AE2F0CB07}" type="presOf" srcId="{69857E39-573A-4809-B132-A66D7D698C3F}" destId="{DA4B5F66-3AC4-4178-B300-679AF7080205}" srcOrd="1" destOrd="0" presId="urn:microsoft.com/office/officeart/2005/8/layout/hierarchy2"/>
    <dgm:cxn modelId="{0666DB15-6DDF-4456-AF6D-60C23785C2D3}" type="presOf" srcId="{046B0D7B-C94A-417F-AFB6-E3BBFEF676C2}" destId="{C4083654-4084-43C7-9A94-A5D88A5460E9}" srcOrd="0" destOrd="0" presId="urn:microsoft.com/office/officeart/2005/8/layout/hierarchy2"/>
    <dgm:cxn modelId="{AD8F6B18-F7A8-441B-9E9E-875778BF276D}" type="presOf" srcId="{5A76ECD1-9688-468E-A43C-E1DC7F5ED7A3}" destId="{13F02D97-02BC-4268-A5F5-F62F84D71876}" srcOrd="0" destOrd="0" presId="urn:microsoft.com/office/officeart/2005/8/layout/hierarchy2"/>
    <dgm:cxn modelId="{33B75B1F-6474-4566-BE22-8DF2510A0AE5}" srcId="{32AA23C6-1232-40BD-8CAE-555990EAA4B8}" destId="{8EB30761-5B40-4343-9046-1F1E548E16C1}" srcOrd="0" destOrd="0" parTransId="{69857E39-573A-4809-B132-A66D7D698C3F}" sibTransId="{143DD650-16B3-47A7-8877-00E781CE5DCE}"/>
    <dgm:cxn modelId="{C5D6AA2C-D37E-4588-B610-D36340F88180}" type="presOf" srcId="{917FBF0B-116F-4A52-80EB-E762B332F890}" destId="{08ACE317-05A8-4006-BF49-46D1CD7C79A4}" srcOrd="0" destOrd="0" presId="urn:microsoft.com/office/officeart/2005/8/layout/hierarchy2"/>
    <dgm:cxn modelId="{84FF4B3C-D5AF-4042-A51B-80BD898A68E5}" type="presOf" srcId="{8EB30761-5B40-4343-9046-1F1E548E16C1}" destId="{91E8A0BB-33DE-4F16-A4B2-60DB670D78F2}" srcOrd="0" destOrd="0" presId="urn:microsoft.com/office/officeart/2005/8/layout/hierarchy2"/>
    <dgm:cxn modelId="{10F77343-2FE5-4BF3-8D78-13157081C115}" srcId="{32AA23C6-1232-40BD-8CAE-555990EAA4B8}" destId="{5A76ECD1-9688-468E-A43C-E1DC7F5ED7A3}" srcOrd="2" destOrd="0" parTransId="{018C046F-E813-4710-9339-6524C829BD9A}" sibTransId="{EA3A243F-A7B4-406D-8E58-721C68FAB0E2}"/>
    <dgm:cxn modelId="{00D15643-D6D2-4A9C-BD30-9B5E5D3E1435}" type="presOf" srcId="{53BB96FC-4CDA-4299-A587-3BA2F448C641}" destId="{2F7F98C1-76E8-404C-9F53-E6C6D0A7077A}" srcOrd="1" destOrd="0" presId="urn:microsoft.com/office/officeart/2005/8/layout/hierarchy2"/>
    <dgm:cxn modelId="{BC2A3952-BFEC-4591-A4B9-0CD48FDEE736}" type="presOf" srcId="{69857E39-573A-4809-B132-A66D7D698C3F}" destId="{11FA7104-9007-40B8-ADDE-6953D8A3AB8A}" srcOrd="0" destOrd="0" presId="urn:microsoft.com/office/officeart/2005/8/layout/hierarchy2"/>
    <dgm:cxn modelId="{64BE87A5-96B1-46A2-9C70-DF7BD5C8928C}" srcId="{32AA23C6-1232-40BD-8CAE-555990EAA4B8}" destId="{304E6AD7-B404-4B81-B5B0-AF91332F2F8B}" srcOrd="1" destOrd="0" parTransId="{53BB96FC-4CDA-4299-A587-3BA2F448C641}" sibTransId="{C0E1A5F0-6094-4DD6-A85D-075050C1DA17}"/>
    <dgm:cxn modelId="{F593B0B9-A988-45B3-8DC2-B5DFA5C304AE}" srcId="{917FBF0B-116F-4A52-80EB-E762B332F890}" destId="{046B0D7B-C94A-417F-AFB6-E3BBFEF676C2}" srcOrd="1" destOrd="0" parTransId="{3C973718-7D3F-4EE8-91E0-981A6DBA7D57}" sibTransId="{30844293-A473-4611-8BA0-588A3EEB7AB8}"/>
    <dgm:cxn modelId="{E1845FC7-DBCA-4715-84DC-35DA8025FE6C}" type="presOf" srcId="{53BB96FC-4CDA-4299-A587-3BA2F448C641}" destId="{34DA8B69-48E0-4C40-93ED-99E637D4905E}" srcOrd="0" destOrd="0" presId="urn:microsoft.com/office/officeart/2005/8/layout/hierarchy2"/>
    <dgm:cxn modelId="{C3403ACE-4C63-4A77-8D1A-107A9E3C061D}" type="presOf" srcId="{018C046F-E813-4710-9339-6524C829BD9A}" destId="{29632193-E5F7-4823-8367-AB12864046E2}" srcOrd="0" destOrd="0" presId="urn:microsoft.com/office/officeart/2005/8/layout/hierarchy2"/>
    <dgm:cxn modelId="{713456DB-D27A-45C3-A922-FD903DEA4391}" type="presOf" srcId="{018C046F-E813-4710-9339-6524C829BD9A}" destId="{8B8C04B0-BCFC-469E-ADD1-C2BAB5157891}" srcOrd="1" destOrd="0" presId="urn:microsoft.com/office/officeart/2005/8/layout/hierarchy2"/>
    <dgm:cxn modelId="{5EB745E5-7F87-434D-8BD6-AD2E38349724}" type="presOf" srcId="{32AA23C6-1232-40BD-8CAE-555990EAA4B8}" destId="{8817EF9B-0337-4A79-A81D-CD89BCD4839B}" srcOrd="0" destOrd="0" presId="urn:microsoft.com/office/officeart/2005/8/layout/hierarchy2"/>
    <dgm:cxn modelId="{E2E45F25-9995-4F11-A161-032541910AA2}" type="presParOf" srcId="{08ACE317-05A8-4006-BF49-46D1CD7C79A4}" destId="{895A8338-263A-43F1-AFBF-741B7FFF7981}" srcOrd="0" destOrd="0" presId="urn:microsoft.com/office/officeart/2005/8/layout/hierarchy2"/>
    <dgm:cxn modelId="{A28B7225-739B-4CB3-804E-F742E55E88EC}" type="presParOf" srcId="{895A8338-263A-43F1-AFBF-741B7FFF7981}" destId="{8817EF9B-0337-4A79-A81D-CD89BCD4839B}" srcOrd="0" destOrd="0" presId="urn:microsoft.com/office/officeart/2005/8/layout/hierarchy2"/>
    <dgm:cxn modelId="{29E96E66-5F93-466E-A772-0F404FAE736F}" type="presParOf" srcId="{895A8338-263A-43F1-AFBF-741B7FFF7981}" destId="{F7A90137-7DF0-469F-A199-F611F0A30352}" srcOrd="1" destOrd="0" presId="urn:microsoft.com/office/officeart/2005/8/layout/hierarchy2"/>
    <dgm:cxn modelId="{EC2B3AF9-46F3-4A54-8F99-EE0A50F044EC}" type="presParOf" srcId="{F7A90137-7DF0-469F-A199-F611F0A30352}" destId="{11FA7104-9007-40B8-ADDE-6953D8A3AB8A}" srcOrd="0" destOrd="0" presId="urn:microsoft.com/office/officeart/2005/8/layout/hierarchy2"/>
    <dgm:cxn modelId="{FB605E9F-1E28-45C0-A12B-316413B8F814}" type="presParOf" srcId="{11FA7104-9007-40B8-ADDE-6953D8A3AB8A}" destId="{DA4B5F66-3AC4-4178-B300-679AF7080205}" srcOrd="0" destOrd="0" presId="urn:microsoft.com/office/officeart/2005/8/layout/hierarchy2"/>
    <dgm:cxn modelId="{E2C0967D-E2FE-4E08-8075-2328A11B5CC6}" type="presParOf" srcId="{F7A90137-7DF0-469F-A199-F611F0A30352}" destId="{A375F33A-A092-433E-AA07-012A6B51AFC6}" srcOrd="1" destOrd="0" presId="urn:microsoft.com/office/officeart/2005/8/layout/hierarchy2"/>
    <dgm:cxn modelId="{3FB5FB0B-9C1D-4397-8D12-5FF235C7B579}" type="presParOf" srcId="{A375F33A-A092-433E-AA07-012A6B51AFC6}" destId="{91E8A0BB-33DE-4F16-A4B2-60DB670D78F2}" srcOrd="0" destOrd="0" presId="urn:microsoft.com/office/officeart/2005/8/layout/hierarchy2"/>
    <dgm:cxn modelId="{6E42D76D-2908-499A-ADA8-77737498F643}" type="presParOf" srcId="{A375F33A-A092-433E-AA07-012A6B51AFC6}" destId="{524889A2-7C02-4D70-B233-CD8A0B0AAABA}" srcOrd="1" destOrd="0" presId="urn:microsoft.com/office/officeart/2005/8/layout/hierarchy2"/>
    <dgm:cxn modelId="{874C613F-2E10-4DDC-9FF5-2873D96C9E19}" type="presParOf" srcId="{F7A90137-7DF0-469F-A199-F611F0A30352}" destId="{34DA8B69-48E0-4C40-93ED-99E637D4905E}" srcOrd="2" destOrd="0" presId="urn:microsoft.com/office/officeart/2005/8/layout/hierarchy2"/>
    <dgm:cxn modelId="{FFCE7581-F76B-4318-8521-36A7558522EB}" type="presParOf" srcId="{34DA8B69-48E0-4C40-93ED-99E637D4905E}" destId="{2F7F98C1-76E8-404C-9F53-E6C6D0A7077A}" srcOrd="0" destOrd="0" presId="urn:microsoft.com/office/officeart/2005/8/layout/hierarchy2"/>
    <dgm:cxn modelId="{253ABDDA-45AB-4378-BD75-0D7ABF71E1DF}" type="presParOf" srcId="{F7A90137-7DF0-469F-A199-F611F0A30352}" destId="{F95E8381-3924-401B-9475-047573DED42E}" srcOrd="3" destOrd="0" presId="urn:microsoft.com/office/officeart/2005/8/layout/hierarchy2"/>
    <dgm:cxn modelId="{497A1DAA-DCA1-489F-A7B8-40921AF96107}" type="presParOf" srcId="{F95E8381-3924-401B-9475-047573DED42E}" destId="{952C2710-445A-4A54-85A6-7CE8882850EB}" srcOrd="0" destOrd="0" presId="urn:microsoft.com/office/officeart/2005/8/layout/hierarchy2"/>
    <dgm:cxn modelId="{74D617F3-FAA3-4482-8B4C-EA22230C5559}" type="presParOf" srcId="{F95E8381-3924-401B-9475-047573DED42E}" destId="{A70B380F-F53E-46DF-8337-C201FBDF98B2}" srcOrd="1" destOrd="0" presId="urn:microsoft.com/office/officeart/2005/8/layout/hierarchy2"/>
    <dgm:cxn modelId="{93ABBF9C-DE58-49B4-8C06-D83A19CC48D6}" type="presParOf" srcId="{F7A90137-7DF0-469F-A199-F611F0A30352}" destId="{29632193-E5F7-4823-8367-AB12864046E2}" srcOrd="4" destOrd="0" presId="urn:microsoft.com/office/officeart/2005/8/layout/hierarchy2"/>
    <dgm:cxn modelId="{A3586914-7C3D-4481-B6DF-CB9F5C963E04}" type="presParOf" srcId="{29632193-E5F7-4823-8367-AB12864046E2}" destId="{8B8C04B0-BCFC-469E-ADD1-C2BAB5157891}" srcOrd="0" destOrd="0" presId="urn:microsoft.com/office/officeart/2005/8/layout/hierarchy2"/>
    <dgm:cxn modelId="{7D826761-044D-4FFB-A8D3-668A7748AAF4}" type="presParOf" srcId="{F7A90137-7DF0-469F-A199-F611F0A30352}" destId="{07E78083-DB73-4F1F-9F9F-B680E6C4B680}" srcOrd="5" destOrd="0" presId="urn:microsoft.com/office/officeart/2005/8/layout/hierarchy2"/>
    <dgm:cxn modelId="{A822B8F8-1E61-425B-B2D1-9C873E8159FC}" type="presParOf" srcId="{07E78083-DB73-4F1F-9F9F-B680E6C4B680}" destId="{13F02D97-02BC-4268-A5F5-F62F84D71876}" srcOrd="0" destOrd="0" presId="urn:microsoft.com/office/officeart/2005/8/layout/hierarchy2"/>
    <dgm:cxn modelId="{447A581E-0C82-4076-B1EC-1F46E513BB9B}" type="presParOf" srcId="{07E78083-DB73-4F1F-9F9F-B680E6C4B680}" destId="{C9A85C2C-7056-46B0-A841-18A1CF32AD0F}" srcOrd="1" destOrd="0" presId="urn:microsoft.com/office/officeart/2005/8/layout/hierarchy2"/>
    <dgm:cxn modelId="{75024748-F139-4D51-80BD-753EC2516E98}" type="presParOf" srcId="{08ACE317-05A8-4006-BF49-46D1CD7C79A4}" destId="{C7AF4718-96C1-4644-8E53-BA979FFF5ACF}" srcOrd="1" destOrd="0" presId="urn:microsoft.com/office/officeart/2005/8/layout/hierarchy2"/>
    <dgm:cxn modelId="{254B5CE8-4202-40E2-9B87-AE973EEFA177}" type="presParOf" srcId="{C7AF4718-96C1-4644-8E53-BA979FFF5ACF}" destId="{C4083654-4084-43C7-9A94-A5D88A5460E9}" srcOrd="0" destOrd="0" presId="urn:microsoft.com/office/officeart/2005/8/layout/hierarchy2"/>
    <dgm:cxn modelId="{4A23C5EC-7E76-485A-93DE-D52158840464}" type="presParOf" srcId="{C7AF4718-96C1-4644-8E53-BA979FFF5ACF}" destId="{54D1868C-91F5-4652-B63E-901859D9C281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DF0E76BF-A708-4DED-92FC-8E315F9E8616}" type="doc">
      <dgm:prSet loTypeId="urn:microsoft.com/office/officeart/2005/8/layout/vList2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36606F5B-4292-4EE1-8955-6CF9379002AA}">
      <dgm:prSet/>
      <dgm:spPr/>
      <dgm:t>
        <a:bodyPr/>
        <a:lstStyle/>
        <a:p>
          <a:r>
            <a:rPr lang="en-US" b="1"/>
            <a:t>Implications:</a:t>
          </a:r>
          <a:endParaRPr lang="en-US"/>
        </a:p>
      </dgm:t>
    </dgm:pt>
    <dgm:pt modelId="{29321712-A72B-4F25-B08A-77CB8B2E1A1D}" type="parTrans" cxnId="{B0E24B41-CD77-497A-9C36-15CFBC1F443E}">
      <dgm:prSet/>
      <dgm:spPr/>
      <dgm:t>
        <a:bodyPr/>
        <a:lstStyle/>
        <a:p>
          <a:endParaRPr lang="en-US"/>
        </a:p>
      </dgm:t>
    </dgm:pt>
    <dgm:pt modelId="{83E4E961-B116-45EF-8178-3C39093A77C1}" type="sibTrans" cxnId="{B0E24B41-CD77-497A-9C36-15CFBC1F443E}">
      <dgm:prSet/>
      <dgm:spPr/>
      <dgm:t>
        <a:bodyPr/>
        <a:lstStyle/>
        <a:p>
          <a:endParaRPr lang="en-US"/>
        </a:p>
      </dgm:t>
    </dgm:pt>
    <dgm:pt modelId="{FF9EEE01-7D61-4163-A093-F1FF91230A1C}">
      <dgm:prSet/>
      <dgm:spPr/>
      <dgm:t>
        <a:bodyPr/>
        <a:lstStyle/>
        <a:p>
          <a:r>
            <a:rPr lang="en-US"/>
            <a:t>Revives legacy AM systems for modern automation.</a:t>
          </a:r>
        </a:p>
      </dgm:t>
    </dgm:pt>
    <dgm:pt modelId="{CDD10ED7-FAC9-4E8D-A87B-F57FB9250613}" type="parTrans" cxnId="{2E6A380E-5E59-4014-883E-C350CD9642A1}">
      <dgm:prSet/>
      <dgm:spPr/>
      <dgm:t>
        <a:bodyPr/>
        <a:lstStyle/>
        <a:p>
          <a:endParaRPr lang="en-US"/>
        </a:p>
      </dgm:t>
    </dgm:pt>
    <dgm:pt modelId="{D005E41C-0D4A-47A7-AE51-55C991820593}" type="sibTrans" cxnId="{2E6A380E-5E59-4014-883E-C350CD9642A1}">
      <dgm:prSet/>
      <dgm:spPr/>
      <dgm:t>
        <a:bodyPr/>
        <a:lstStyle/>
        <a:p>
          <a:endParaRPr lang="en-US"/>
        </a:p>
      </dgm:t>
    </dgm:pt>
    <dgm:pt modelId="{19F51955-5A02-4BE7-B203-8D02573A7089}">
      <dgm:prSet/>
      <dgm:spPr/>
      <dgm:t>
        <a:bodyPr/>
        <a:lstStyle/>
        <a:p>
          <a:r>
            <a:rPr lang="en-US"/>
            <a:t>Enables archival transcription of historical, noisy audio.</a:t>
          </a:r>
        </a:p>
      </dgm:t>
    </dgm:pt>
    <dgm:pt modelId="{524AD8EE-5579-49BC-9CB1-DFDF9399D50F}" type="parTrans" cxnId="{3AF30764-C84F-4039-867F-051F891A891C}">
      <dgm:prSet/>
      <dgm:spPr/>
      <dgm:t>
        <a:bodyPr/>
        <a:lstStyle/>
        <a:p>
          <a:endParaRPr lang="en-US"/>
        </a:p>
      </dgm:t>
    </dgm:pt>
    <dgm:pt modelId="{2BFD42FF-98EE-4A49-8DA3-FA61B5CC943B}" type="sibTrans" cxnId="{3AF30764-C84F-4039-867F-051F891A891C}">
      <dgm:prSet/>
      <dgm:spPr/>
      <dgm:t>
        <a:bodyPr/>
        <a:lstStyle/>
        <a:p>
          <a:endParaRPr lang="en-US"/>
        </a:p>
      </dgm:t>
    </dgm:pt>
    <dgm:pt modelId="{9327A68C-0E78-416B-AC30-B1FC86148E99}">
      <dgm:prSet/>
      <dgm:spPr/>
      <dgm:t>
        <a:bodyPr/>
        <a:lstStyle/>
        <a:p>
          <a:r>
            <a:rPr lang="en-US"/>
            <a:t>Increases safety in aviation, maritime, and emergency voice communications.</a:t>
          </a:r>
        </a:p>
      </dgm:t>
    </dgm:pt>
    <dgm:pt modelId="{CE89A717-D023-4843-BA5E-4BC326A806EC}" type="parTrans" cxnId="{3EC66F28-AC66-4FC5-8C94-CC9DA6D05AAB}">
      <dgm:prSet/>
      <dgm:spPr/>
      <dgm:t>
        <a:bodyPr/>
        <a:lstStyle/>
        <a:p>
          <a:endParaRPr lang="en-US"/>
        </a:p>
      </dgm:t>
    </dgm:pt>
    <dgm:pt modelId="{00011438-27B2-4D35-A18B-22D1708C18DF}" type="sibTrans" cxnId="{3EC66F28-AC66-4FC5-8C94-CC9DA6D05AAB}">
      <dgm:prSet/>
      <dgm:spPr/>
      <dgm:t>
        <a:bodyPr/>
        <a:lstStyle/>
        <a:p>
          <a:endParaRPr lang="en-US"/>
        </a:p>
      </dgm:t>
    </dgm:pt>
    <dgm:pt modelId="{DBA89421-0D78-4B5F-B44D-3959136F00EB}">
      <dgm:prSet/>
      <dgm:spPr/>
      <dgm:t>
        <a:bodyPr/>
        <a:lstStyle/>
        <a:p>
          <a:r>
            <a:rPr lang="en-US" b="1"/>
            <a:t>Limitations:</a:t>
          </a:r>
          <a:endParaRPr lang="en-US"/>
        </a:p>
      </dgm:t>
    </dgm:pt>
    <dgm:pt modelId="{D5EAE3B8-2C22-42BD-9DD3-DEF302DFAE57}" type="parTrans" cxnId="{D7BD114C-D82F-4952-87E6-BD715334E93D}">
      <dgm:prSet/>
      <dgm:spPr/>
      <dgm:t>
        <a:bodyPr/>
        <a:lstStyle/>
        <a:p>
          <a:endParaRPr lang="en-US"/>
        </a:p>
      </dgm:t>
    </dgm:pt>
    <dgm:pt modelId="{ED383696-2850-4E4D-8D7F-5002F0C52890}" type="sibTrans" cxnId="{D7BD114C-D82F-4952-87E6-BD715334E93D}">
      <dgm:prSet/>
      <dgm:spPr/>
      <dgm:t>
        <a:bodyPr/>
        <a:lstStyle/>
        <a:p>
          <a:endParaRPr lang="en-US"/>
        </a:p>
      </dgm:t>
    </dgm:pt>
    <dgm:pt modelId="{D0BCA81A-783A-45EA-9B54-E88A42122C43}">
      <dgm:prSet/>
      <dgm:spPr/>
      <dgm:t>
        <a:bodyPr/>
        <a:lstStyle/>
        <a:p>
          <a:r>
            <a:rPr lang="en-US"/>
            <a:t>Pure simulation; no real-air recordings used.</a:t>
          </a:r>
        </a:p>
      </dgm:t>
    </dgm:pt>
    <dgm:pt modelId="{2F66BAD7-6309-4A67-A9A8-825B4DC166B3}" type="parTrans" cxnId="{697F7BC6-3339-438D-8285-306DB9815AAD}">
      <dgm:prSet/>
      <dgm:spPr/>
      <dgm:t>
        <a:bodyPr/>
        <a:lstStyle/>
        <a:p>
          <a:endParaRPr lang="en-US"/>
        </a:p>
      </dgm:t>
    </dgm:pt>
    <dgm:pt modelId="{A998C25F-769C-4195-85D7-0D4287DDED55}" type="sibTrans" cxnId="{697F7BC6-3339-438D-8285-306DB9815AAD}">
      <dgm:prSet/>
      <dgm:spPr/>
      <dgm:t>
        <a:bodyPr/>
        <a:lstStyle/>
        <a:p>
          <a:endParaRPr lang="en-US"/>
        </a:p>
      </dgm:t>
    </dgm:pt>
    <dgm:pt modelId="{37B183F0-543E-4D11-8BA7-870B1AD61932}">
      <dgm:prSet/>
      <dgm:spPr/>
      <dgm:t>
        <a:bodyPr/>
        <a:lstStyle/>
        <a:p>
          <a:r>
            <a:rPr lang="en-US"/>
            <a:t>Only pink noise tested; real-world multipath/fading unmodeled.</a:t>
          </a:r>
        </a:p>
      </dgm:t>
    </dgm:pt>
    <dgm:pt modelId="{22E159C5-D3DA-4EDE-A4C4-8881AB5B8A0C}" type="parTrans" cxnId="{D5EB73ED-81A7-4607-8C96-CE6438B1C6C3}">
      <dgm:prSet/>
      <dgm:spPr/>
      <dgm:t>
        <a:bodyPr/>
        <a:lstStyle/>
        <a:p>
          <a:endParaRPr lang="en-US"/>
        </a:p>
      </dgm:t>
    </dgm:pt>
    <dgm:pt modelId="{7285085A-074E-4078-9276-4FA021E26892}" type="sibTrans" cxnId="{D5EB73ED-81A7-4607-8C96-CE6438B1C6C3}">
      <dgm:prSet/>
      <dgm:spPr/>
      <dgm:t>
        <a:bodyPr/>
        <a:lstStyle/>
        <a:p>
          <a:endParaRPr lang="en-US"/>
        </a:p>
      </dgm:t>
    </dgm:pt>
    <dgm:pt modelId="{587E9010-5FA4-49EB-965A-2A46EF65635E}">
      <dgm:prSet/>
      <dgm:spPr/>
      <dgm:t>
        <a:bodyPr/>
        <a:lstStyle/>
        <a:p>
          <a:r>
            <a:rPr lang="en-US"/>
            <a:t>No subjective human evaluation (MOS, MUSHRA).</a:t>
          </a:r>
        </a:p>
      </dgm:t>
    </dgm:pt>
    <dgm:pt modelId="{783C6A7B-7670-4D8C-8F87-0314F22C3370}" type="parTrans" cxnId="{B141ECB7-C386-4506-9872-A5D861BBC9F5}">
      <dgm:prSet/>
      <dgm:spPr/>
      <dgm:t>
        <a:bodyPr/>
        <a:lstStyle/>
        <a:p>
          <a:endParaRPr lang="en-US"/>
        </a:p>
      </dgm:t>
    </dgm:pt>
    <dgm:pt modelId="{7946602B-E826-4675-BE95-ACF9404EB8A4}" type="sibTrans" cxnId="{B141ECB7-C386-4506-9872-A5D861BBC9F5}">
      <dgm:prSet/>
      <dgm:spPr/>
      <dgm:t>
        <a:bodyPr/>
        <a:lstStyle/>
        <a:p>
          <a:endParaRPr lang="en-US"/>
        </a:p>
      </dgm:t>
    </dgm:pt>
    <dgm:pt modelId="{34C1A280-8637-4334-BA83-FAB42FE9ED5C}" type="pres">
      <dgm:prSet presAssocID="{DF0E76BF-A708-4DED-92FC-8E315F9E8616}" presName="linear" presStyleCnt="0">
        <dgm:presLayoutVars>
          <dgm:animLvl val="lvl"/>
          <dgm:resizeHandles val="exact"/>
        </dgm:presLayoutVars>
      </dgm:prSet>
      <dgm:spPr/>
    </dgm:pt>
    <dgm:pt modelId="{79BAFBB2-4D18-4693-B4E9-62C099B0998D}" type="pres">
      <dgm:prSet presAssocID="{36606F5B-4292-4EE1-8955-6CF9379002AA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FC28F16-624D-4EAF-879E-B55F4F9674BE}" type="pres">
      <dgm:prSet presAssocID="{36606F5B-4292-4EE1-8955-6CF9379002AA}" presName="childText" presStyleLbl="revTx" presStyleIdx="0" presStyleCnt="2">
        <dgm:presLayoutVars>
          <dgm:bulletEnabled val="1"/>
        </dgm:presLayoutVars>
      </dgm:prSet>
      <dgm:spPr/>
    </dgm:pt>
    <dgm:pt modelId="{458C43EA-04C4-4278-A7FD-202BFBE23EFC}" type="pres">
      <dgm:prSet presAssocID="{DBA89421-0D78-4B5F-B44D-3959136F00EB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BCB13FC-61A9-45E9-931F-396A8C4C53BD}" type="pres">
      <dgm:prSet presAssocID="{DBA89421-0D78-4B5F-B44D-3959136F00EB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EAE80803-4490-41BE-AC9B-53CA4801AF7C}" type="presOf" srcId="{37B183F0-543E-4D11-8BA7-870B1AD61932}" destId="{BBCB13FC-61A9-45E9-931F-396A8C4C53BD}" srcOrd="0" destOrd="1" presId="urn:microsoft.com/office/officeart/2005/8/layout/vList2"/>
    <dgm:cxn modelId="{D24EED0A-318E-45AE-A712-C5817823E4A9}" type="presOf" srcId="{9327A68C-0E78-416B-AC30-B1FC86148E99}" destId="{EFC28F16-624D-4EAF-879E-B55F4F9674BE}" srcOrd="0" destOrd="2" presId="urn:microsoft.com/office/officeart/2005/8/layout/vList2"/>
    <dgm:cxn modelId="{2E6A380E-5E59-4014-883E-C350CD9642A1}" srcId="{36606F5B-4292-4EE1-8955-6CF9379002AA}" destId="{FF9EEE01-7D61-4163-A093-F1FF91230A1C}" srcOrd="0" destOrd="0" parTransId="{CDD10ED7-FAC9-4E8D-A87B-F57FB9250613}" sibTransId="{D005E41C-0D4A-47A7-AE51-55C991820593}"/>
    <dgm:cxn modelId="{518AEF17-D874-4707-9DAD-FF6CAE0FC96D}" type="presOf" srcId="{36606F5B-4292-4EE1-8955-6CF9379002AA}" destId="{79BAFBB2-4D18-4693-B4E9-62C099B0998D}" srcOrd="0" destOrd="0" presId="urn:microsoft.com/office/officeart/2005/8/layout/vList2"/>
    <dgm:cxn modelId="{50EEB91D-3F8F-4DBC-BB8B-DBB381C7E19F}" type="presOf" srcId="{D0BCA81A-783A-45EA-9B54-E88A42122C43}" destId="{BBCB13FC-61A9-45E9-931F-396A8C4C53BD}" srcOrd="0" destOrd="0" presId="urn:microsoft.com/office/officeart/2005/8/layout/vList2"/>
    <dgm:cxn modelId="{A6E1BF22-B63C-4155-A49C-B592A7C850BF}" type="presOf" srcId="{587E9010-5FA4-49EB-965A-2A46EF65635E}" destId="{BBCB13FC-61A9-45E9-931F-396A8C4C53BD}" srcOrd="0" destOrd="2" presId="urn:microsoft.com/office/officeart/2005/8/layout/vList2"/>
    <dgm:cxn modelId="{3EC66F28-AC66-4FC5-8C94-CC9DA6D05AAB}" srcId="{36606F5B-4292-4EE1-8955-6CF9379002AA}" destId="{9327A68C-0E78-416B-AC30-B1FC86148E99}" srcOrd="2" destOrd="0" parTransId="{CE89A717-D023-4843-BA5E-4BC326A806EC}" sibTransId="{00011438-27B2-4D35-A18B-22D1708C18DF}"/>
    <dgm:cxn modelId="{20BA5E3F-94EA-45BB-AF25-6ABAC49852FB}" type="presOf" srcId="{DBA89421-0D78-4B5F-B44D-3959136F00EB}" destId="{458C43EA-04C4-4278-A7FD-202BFBE23EFC}" srcOrd="0" destOrd="0" presId="urn:microsoft.com/office/officeart/2005/8/layout/vList2"/>
    <dgm:cxn modelId="{B0E24B41-CD77-497A-9C36-15CFBC1F443E}" srcId="{DF0E76BF-A708-4DED-92FC-8E315F9E8616}" destId="{36606F5B-4292-4EE1-8955-6CF9379002AA}" srcOrd="0" destOrd="0" parTransId="{29321712-A72B-4F25-B08A-77CB8B2E1A1D}" sibTransId="{83E4E961-B116-45EF-8178-3C39093A77C1}"/>
    <dgm:cxn modelId="{3AF30764-C84F-4039-867F-051F891A891C}" srcId="{36606F5B-4292-4EE1-8955-6CF9379002AA}" destId="{19F51955-5A02-4BE7-B203-8D02573A7089}" srcOrd="1" destOrd="0" parTransId="{524AD8EE-5579-49BC-9CB1-DFDF9399D50F}" sibTransId="{2BFD42FF-98EE-4A49-8DA3-FA61B5CC943B}"/>
    <dgm:cxn modelId="{D7BD114C-D82F-4952-87E6-BD715334E93D}" srcId="{DF0E76BF-A708-4DED-92FC-8E315F9E8616}" destId="{DBA89421-0D78-4B5F-B44D-3959136F00EB}" srcOrd="1" destOrd="0" parTransId="{D5EAE3B8-2C22-42BD-9DD3-DEF302DFAE57}" sibTransId="{ED383696-2850-4E4D-8D7F-5002F0C52890}"/>
    <dgm:cxn modelId="{F7DEE95A-CE71-4DC5-A638-9EDF64B0F70C}" type="presOf" srcId="{FF9EEE01-7D61-4163-A093-F1FF91230A1C}" destId="{EFC28F16-624D-4EAF-879E-B55F4F9674BE}" srcOrd="0" destOrd="0" presId="urn:microsoft.com/office/officeart/2005/8/layout/vList2"/>
    <dgm:cxn modelId="{B141ECB7-C386-4506-9872-A5D861BBC9F5}" srcId="{DBA89421-0D78-4B5F-B44D-3959136F00EB}" destId="{587E9010-5FA4-49EB-965A-2A46EF65635E}" srcOrd="2" destOrd="0" parTransId="{783C6A7B-7670-4D8C-8F87-0314F22C3370}" sibTransId="{7946602B-E826-4675-BE95-ACF9404EB8A4}"/>
    <dgm:cxn modelId="{697F7BC6-3339-438D-8285-306DB9815AAD}" srcId="{DBA89421-0D78-4B5F-B44D-3959136F00EB}" destId="{D0BCA81A-783A-45EA-9B54-E88A42122C43}" srcOrd="0" destOrd="0" parTransId="{2F66BAD7-6309-4A67-A9A8-825B4DC166B3}" sibTransId="{A998C25F-769C-4195-85D7-0D4287DDED55}"/>
    <dgm:cxn modelId="{1A5803DE-1D37-4B18-A197-545B9EAD7798}" type="presOf" srcId="{DF0E76BF-A708-4DED-92FC-8E315F9E8616}" destId="{34C1A280-8637-4334-BA83-FAB42FE9ED5C}" srcOrd="0" destOrd="0" presId="urn:microsoft.com/office/officeart/2005/8/layout/vList2"/>
    <dgm:cxn modelId="{D5EB73ED-81A7-4607-8C96-CE6438B1C6C3}" srcId="{DBA89421-0D78-4B5F-B44D-3959136F00EB}" destId="{37B183F0-543E-4D11-8BA7-870B1AD61932}" srcOrd="1" destOrd="0" parTransId="{22E159C5-D3DA-4EDE-A4C4-8881AB5B8A0C}" sibTransId="{7285085A-074E-4078-9276-4FA021E26892}"/>
    <dgm:cxn modelId="{0289CFF9-41A7-42D6-8230-070D2F0C30AF}" type="presOf" srcId="{19F51955-5A02-4BE7-B203-8D02573A7089}" destId="{EFC28F16-624D-4EAF-879E-B55F4F9674BE}" srcOrd="0" destOrd="1" presId="urn:microsoft.com/office/officeart/2005/8/layout/vList2"/>
    <dgm:cxn modelId="{90E143F0-6138-4115-908C-6FB31A54B82E}" type="presParOf" srcId="{34C1A280-8637-4334-BA83-FAB42FE9ED5C}" destId="{79BAFBB2-4D18-4693-B4E9-62C099B0998D}" srcOrd="0" destOrd="0" presId="urn:microsoft.com/office/officeart/2005/8/layout/vList2"/>
    <dgm:cxn modelId="{620D1598-3B36-4CA4-90FE-52344E2249DE}" type="presParOf" srcId="{34C1A280-8637-4334-BA83-FAB42FE9ED5C}" destId="{EFC28F16-624D-4EAF-879E-B55F4F9674BE}" srcOrd="1" destOrd="0" presId="urn:microsoft.com/office/officeart/2005/8/layout/vList2"/>
    <dgm:cxn modelId="{7751643B-392B-44FA-8BCD-E110B6E0E176}" type="presParOf" srcId="{34C1A280-8637-4334-BA83-FAB42FE9ED5C}" destId="{458C43EA-04C4-4278-A7FD-202BFBE23EFC}" srcOrd="2" destOrd="0" presId="urn:microsoft.com/office/officeart/2005/8/layout/vList2"/>
    <dgm:cxn modelId="{26298F66-481B-41F6-A2DE-AD0D725E9DE0}" type="presParOf" srcId="{34C1A280-8637-4334-BA83-FAB42FE9ED5C}" destId="{BBCB13FC-61A9-45E9-931F-396A8C4C53B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8AD4DE-D4B9-4E53-918D-33C3B7C21665}">
      <dsp:nvSpPr>
        <dsp:cNvPr id="0" name=""/>
        <dsp:cNvSpPr/>
      </dsp:nvSpPr>
      <dsp:spPr>
        <a:xfrm>
          <a:off x="-114619" y="445658"/>
          <a:ext cx="7369769" cy="95236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D5055-C37D-418B-B1C3-11609B857F47}">
      <dsp:nvSpPr>
        <dsp:cNvPr id="0" name=""/>
        <dsp:cNvSpPr/>
      </dsp:nvSpPr>
      <dsp:spPr>
        <a:xfrm>
          <a:off x="-85810" y="467086"/>
          <a:ext cx="52482" cy="523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AB654-A332-44F4-8678-EAA190EF793E}">
      <dsp:nvSpPr>
        <dsp:cNvPr id="0" name=""/>
        <dsp:cNvSpPr/>
      </dsp:nvSpPr>
      <dsp:spPr>
        <a:xfrm>
          <a:off x="-4518" y="685514"/>
          <a:ext cx="6884185" cy="2373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185" tIns="251185" rIns="251185" bIns="2511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Problem</a:t>
          </a:r>
          <a:br>
            <a:rPr lang="en-US" sz="2000" kern="1200" dirty="0"/>
          </a:br>
          <a:r>
            <a:rPr lang="en-US" sz="2000" kern="1200" dirty="0"/>
            <a:t>AM voice communications, though simple and widely used in aviation and maritime systems, degrade severely under noise. Traditional filters distort speech and fail under non-stationary conditions, making speech unintelligible for both humans and automated systems.</a:t>
          </a:r>
        </a:p>
      </dsp:txBody>
      <dsp:txXfrm>
        <a:off x="-4518" y="685514"/>
        <a:ext cx="6884185" cy="2373398"/>
      </dsp:txXfrm>
    </dsp:sp>
    <dsp:sp modelId="{60C6099E-F0F8-4B50-8D52-8549B0A60917}">
      <dsp:nvSpPr>
        <dsp:cNvPr id="0" name=""/>
        <dsp:cNvSpPr/>
      </dsp:nvSpPr>
      <dsp:spPr>
        <a:xfrm>
          <a:off x="-114619" y="3220411"/>
          <a:ext cx="7369769" cy="95236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4BA7AF-EB91-459C-B9FC-AC653C9FA324}">
      <dsp:nvSpPr>
        <dsp:cNvPr id="0" name=""/>
        <dsp:cNvSpPr/>
      </dsp:nvSpPr>
      <dsp:spPr>
        <a:xfrm>
          <a:off x="-85810" y="3241839"/>
          <a:ext cx="52482" cy="523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6E4E40-3648-46A2-BAD8-66B772D36848}">
      <dsp:nvSpPr>
        <dsp:cNvPr id="0" name=""/>
        <dsp:cNvSpPr/>
      </dsp:nvSpPr>
      <dsp:spPr>
        <a:xfrm>
          <a:off x="-4518" y="3220411"/>
          <a:ext cx="3316396" cy="2373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185" tIns="251185" rIns="251185" bIns="2511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/>
            <a:t>Objectives</a:t>
          </a:r>
          <a:endParaRPr lang="en-US" sz="2000" kern="1200" dirty="0"/>
        </a:p>
      </dsp:txBody>
      <dsp:txXfrm>
        <a:off x="-4518" y="3220411"/>
        <a:ext cx="3316396" cy="2373398"/>
      </dsp:txXfrm>
    </dsp:sp>
    <dsp:sp modelId="{DA6DA320-A7AB-46B7-A46C-94B06EE1AB60}">
      <dsp:nvSpPr>
        <dsp:cNvPr id="0" name=""/>
        <dsp:cNvSpPr/>
      </dsp:nvSpPr>
      <dsp:spPr>
        <a:xfrm>
          <a:off x="1762761" y="3460029"/>
          <a:ext cx="4777233" cy="23733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51185" tIns="251185" rIns="251185" bIns="251185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Simulate a complete AM channel with realistic noise.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Apply state-of-the-art AI denoiser for post-demodulation enhancement.</a:t>
          </a:r>
        </a:p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Validate improvements objectively via Whisper ASR Word Error Rate (WER).</a:t>
          </a:r>
        </a:p>
      </dsp:txBody>
      <dsp:txXfrm>
        <a:off x="1762761" y="3460029"/>
        <a:ext cx="4777233" cy="23733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972139-E27E-4568-A1EB-EA5C1268E3C7}">
      <dsp:nvSpPr>
        <dsp:cNvPr id="0" name=""/>
        <dsp:cNvSpPr/>
      </dsp:nvSpPr>
      <dsp:spPr>
        <a:xfrm>
          <a:off x="0" y="1027594"/>
          <a:ext cx="2509072" cy="351270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617" tIns="330200" rIns="19561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/>
            <a:t>Software-Defined Radio (SDR):</a:t>
          </a:r>
          <a:r>
            <a:rPr lang="en-IN" sz="1800" kern="1200"/>
            <a:t> Building radios in software rather than circuits.</a:t>
          </a:r>
          <a:endParaRPr lang="en-US" sz="1800" kern="1200"/>
        </a:p>
      </dsp:txBody>
      <dsp:txXfrm>
        <a:off x="0" y="2362421"/>
        <a:ext cx="2509072" cy="2107620"/>
      </dsp:txXfrm>
    </dsp:sp>
    <dsp:sp modelId="{86CAC1FD-947B-4E54-AFE7-C9D442B42015}">
      <dsp:nvSpPr>
        <dsp:cNvPr id="0" name=""/>
        <dsp:cNvSpPr/>
      </dsp:nvSpPr>
      <dsp:spPr>
        <a:xfrm>
          <a:off x="727630" y="1378865"/>
          <a:ext cx="1053810" cy="105381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59" tIns="12700" rIns="8215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881957" y="1533192"/>
        <a:ext cx="745156" cy="745156"/>
      </dsp:txXfrm>
    </dsp:sp>
    <dsp:sp modelId="{E9ED091D-3EC4-4CBB-BFF2-06BB7FB657C3}">
      <dsp:nvSpPr>
        <dsp:cNvPr id="0" name=""/>
        <dsp:cNvSpPr/>
      </dsp:nvSpPr>
      <dsp:spPr>
        <a:xfrm>
          <a:off x="0" y="4540224"/>
          <a:ext cx="2509072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66C27F3-283C-45A3-939D-0B56B475D2ED}">
      <dsp:nvSpPr>
        <dsp:cNvPr id="0" name=""/>
        <dsp:cNvSpPr/>
      </dsp:nvSpPr>
      <dsp:spPr>
        <a:xfrm>
          <a:off x="2759979" y="1027594"/>
          <a:ext cx="2509072" cy="351270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617" tIns="330200" rIns="19561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Signal-to-Noise Ratio (SNR):</a:t>
          </a:r>
          <a:r>
            <a:rPr lang="en-IN" sz="1800" kern="1200" dirty="0"/>
            <a:t> The universal measure of signal quality against noise.</a:t>
          </a:r>
          <a:endParaRPr lang="en-US" sz="1800" kern="1200" dirty="0"/>
        </a:p>
      </dsp:txBody>
      <dsp:txXfrm>
        <a:off x="2759979" y="2362421"/>
        <a:ext cx="2509072" cy="2107620"/>
      </dsp:txXfrm>
    </dsp:sp>
    <dsp:sp modelId="{7507A73D-989C-406B-B619-E43EF168E187}">
      <dsp:nvSpPr>
        <dsp:cNvPr id="0" name=""/>
        <dsp:cNvSpPr/>
      </dsp:nvSpPr>
      <dsp:spPr>
        <a:xfrm>
          <a:off x="3487610" y="1378865"/>
          <a:ext cx="1053810" cy="105381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59" tIns="12700" rIns="8215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3641937" y="1533192"/>
        <a:ext cx="745156" cy="745156"/>
      </dsp:txXfrm>
    </dsp:sp>
    <dsp:sp modelId="{0E9F5F2E-7009-4302-AFB9-5E8828CE3238}">
      <dsp:nvSpPr>
        <dsp:cNvPr id="0" name=""/>
        <dsp:cNvSpPr/>
      </dsp:nvSpPr>
      <dsp:spPr>
        <a:xfrm>
          <a:off x="2759979" y="4540224"/>
          <a:ext cx="2509072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4B602F-E67B-4D03-971C-E104CC0C2E57}">
      <dsp:nvSpPr>
        <dsp:cNvPr id="0" name=""/>
        <dsp:cNvSpPr/>
      </dsp:nvSpPr>
      <dsp:spPr>
        <a:xfrm>
          <a:off x="5519958" y="1027594"/>
          <a:ext cx="2509072" cy="3512701"/>
        </a:xfrm>
        <a:prstGeom prst="rect">
          <a:avLst/>
        </a:prstGeom>
        <a:solidFill>
          <a:schemeClr val="dk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5617" tIns="330200" rIns="195617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b="1" kern="1200" dirty="0"/>
            <a:t>Artificial Intelligence (AI):</a:t>
          </a:r>
          <a:r>
            <a:rPr lang="en-IN" sz="1800" kern="1200" dirty="0"/>
            <a:t> Intelligent denoising and transcription for speech recovery.</a:t>
          </a:r>
          <a:endParaRPr lang="en-US" sz="1800" kern="1200" dirty="0"/>
        </a:p>
      </dsp:txBody>
      <dsp:txXfrm>
        <a:off x="5519958" y="2362421"/>
        <a:ext cx="2509072" cy="2107620"/>
      </dsp:txXfrm>
    </dsp:sp>
    <dsp:sp modelId="{334345BC-61F2-4C01-9639-39CF97D1D242}">
      <dsp:nvSpPr>
        <dsp:cNvPr id="0" name=""/>
        <dsp:cNvSpPr/>
      </dsp:nvSpPr>
      <dsp:spPr>
        <a:xfrm>
          <a:off x="6247589" y="1378865"/>
          <a:ext cx="1053810" cy="1053810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159" tIns="12700" rIns="82159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6401916" y="1533192"/>
        <a:ext cx="745156" cy="745156"/>
      </dsp:txXfrm>
    </dsp:sp>
    <dsp:sp modelId="{0332D7A8-E2AA-45D6-B3F2-9754620E6766}">
      <dsp:nvSpPr>
        <dsp:cNvPr id="0" name=""/>
        <dsp:cNvSpPr/>
      </dsp:nvSpPr>
      <dsp:spPr>
        <a:xfrm>
          <a:off x="5519958" y="4540224"/>
          <a:ext cx="2509072" cy="72"/>
        </a:xfrm>
        <a:prstGeom prst="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C9FB38A-7097-4697-8D72-55C53662E115}">
      <dsp:nvSpPr>
        <dsp:cNvPr id="0" name=""/>
        <dsp:cNvSpPr/>
      </dsp:nvSpPr>
      <dsp:spPr>
        <a:xfrm rot="5400000">
          <a:off x="321779" y="2238900"/>
          <a:ext cx="967983" cy="1610703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B571EDA-8435-4F66-923D-37B0839304D9}">
      <dsp:nvSpPr>
        <dsp:cNvPr id="0" name=""/>
        <dsp:cNvSpPr/>
      </dsp:nvSpPr>
      <dsp:spPr>
        <a:xfrm>
          <a:off x="160199" y="2720153"/>
          <a:ext cx="1454151" cy="1274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Load clean speech (ground truth).</a:t>
          </a:r>
          <a:endParaRPr lang="en-US" sz="1600" kern="1200"/>
        </a:p>
      </dsp:txBody>
      <dsp:txXfrm>
        <a:off x="160199" y="2720153"/>
        <a:ext cx="1454151" cy="1274649"/>
      </dsp:txXfrm>
    </dsp:sp>
    <dsp:sp modelId="{60257A05-DC6D-499B-B618-03E1C89E4B17}">
      <dsp:nvSpPr>
        <dsp:cNvPr id="0" name=""/>
        <dsp:cNvSpPr/>
      </dsp:nvSpPr>
      <dsp:spPr>
        <a:xfrm>
          <a:off x="1339982" y="2120318"/>
          <a:ext cx="274368" cy="274368"/>
        </a:xfrm>
        <a:prstGeom prst="triangle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6640C5-CCF9-401C-8810-EE14193CB597}">
      <dsp:nvSpPr>
        <dsp:cNvPr id="0" name=""/>
        <dsp:cNvSpPr/>
      </dsp:nvSpPr>
      <dsp:spPr>
        <a:xfrm rot="5400000">
          <a:off x="2101945" y="1798396"/>
          <a:ext cx="967983" cy="1610703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39844-DA1F-4FF5-925E-41C82BD75874}">
      <dsp:nvSpPr>
        <dsp:cNvPr id="0" name=""/>
        <dsp:cNvSpPr/>
      </dsp:nvSpPr>
      <dsp:spPr>
        <a:xfrm>
          <a:off x="1940364" y="2279649"/>
          <a:ext cx="1454151" cy="1274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Modulate with 4 kHz carrier.</a:t>
          </a:r>
          <a:endParaRPr lang="en-US" sz="1600" kern="1200"/>
        </a:p>
      </dsp:txBody>
      <dsp:txXfrm>
        <a:off x="1940364" y="2279649"/>
        <a:ext cx="1454151" cy="1274649"/>
      </dsp:txXfrm>
    </dsp:sp>
    <dsp:sp modelId="{A8D2EBE0-7A93-46D1-B383-39EFA73CFC8E}">
      <dsp:nvSpPr>
        <dsp:cNvPr id="0" name=""/>
        <dsp:cNvSpPr/>
      </dsp:nvSpPr>
      <dsp:spPr>
        <a:xfrm>
          <a:off x="3120148" y="1679814"/>
          <a:ext cx="274368" cy="274368"/>
        </a:xfrm>
        <a:prstGeom prst="triangle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D5BB742-302F-4E27-9335-857EB4253A65}">
      <dsp:nvSpPr>
        <dsp:cNvPr id="0" name=""/>
        <dsp:cNvSpPr/>
      </dsp:nvSpPr>
      <dsp:spPr>
        <a:xfrm rot="5400000">
          <a:off x="3882111" y="1357892"/>
          <a:ext cx="967983" cy="1610703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262551-8A90-4F85-B208-2DBA882B4BBD}">
      <dsp:nvSpPr>
        <dsp:cNvPr id="0" name=""/>
        <dsp:cNvSpPr/>
      </dsp:nvSpPr>
      <dsp:spPr>
        <a:xfrm>
          <a:off x="3720530" y="1839146"/>
          <a:ext cx="1454151" cy="1274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Inject pink noise at different SNR levels.</a:t>
          </a:r>
          <a:endParaRPr lang="en-US" sz="1600" kern="1200"/>
        </a:p>
      </dsp:txBody>
      <dsp:txXfrm>
        <a:off x="3720530" y="1839146"/>
        <a:ext cx="1454151" cy="1274649"/>
      </dsp:txXfrm>
    </dsp:sp>
    <dsp:sp modelId="{DBF27BAC-2620-4EFA-83CD-9FEB41A4C164}">
      <dsp:nvSpPr>
        <dsp:cNvPr id="0" name=""/>
        <dsp:cNvSpPr/>
      </dsp:nvSpPr>
      <dsp:spPr>
        <a:xfrm>
          <a:off x="4900314" y="1239311"/>
          <a:ext cx="274368" cy="274368"/>
        </a:xfrm>
        <a:prstGeom prst="triangle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9051DE-4188-46A1-8357-88F472E8C3BC}">
      <dsp:nvSpPr>
        <dsp:cNvPr id="0" name=""/>
        <dsp:cNvSpPr/>
      </dsp:nvSpPr>
      <dsp:spPr>
        <a:xfrm rot="5400000">
          <a:off x="5662277" y="917388"/>
          <a:ext cx="967983" cy="1610703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CAB3D0-7BC5-4127-BC87-FDED4CCDB000}">
      <dsp:nvSpPr>
        <dsp:cNvPr id="0" name=""/>
        <dsp:cNvSpPr/>
      </dsp:nvSpPr>
      <dsp:spPr>
        <a:xfrm>
          <a:off x="5500696" y="1398642"/>
          <a:ext cx="1454151" cy="1274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Demodulate using envelope detection (rectifier + low-pass).</a:t>
          </a:r>
          <a:endParaRPr lang="en-US" sz="1600" kern="1200"/>
        </a:p>
      </dsp:txBody>
      <dsp:txXfrm>
        <a:off x="5500696" y="1398642"/>
        <a:ext cx="1454151" cy="1274649"/>
      </dsp:txXfrm>
    </dsp:sp>
    <dsp:sp modelId="{90564E98-A476-41AC-91AD-2767C8614A1E}">
      <dsp:nvSpPr>
        <dsp:cNvPr id="0" name=""/>
        <dsp:cNvSpPr/>
      </dsp:nvSpPr>
      <dsp:spPr>
        <a:xfrm>
          <a:off x="6680480" y="798807"/>
          <a:ext cx="274368" cy="274368"/>
        </a:xfrm>
        <a:prstGeom prst="triangle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4D5D848-3521-411D-90FF-B931452A121E}">
      <dsp:nvSpPr>
        <dsp:cNvPr id="0" name=""/>
        <dsp:cNvSpPr/>
      </dsp:nvSpPr>
      <dsp:spPr>
        <a:xfrm rot="5400000">
          <a:off x="7442443" y="476885"/>
          <a:ext cx="967983" cy="1610703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0B317-A77B-4526-997F-C34713F6C1C3}">
      <dsp:nvSpPr>
        <dsp:cNvPr id="0" name=""/>
        <dsp:cNvSpPr/>
      </dsp:nvSpPr>
      <dsp:spPr>
        <a:xfrm>
          <a:off x="7280862" y="958138"/>
          <a:ext cx="1454151" cy="1274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Enhance with AI denoiser.</a:t>
          </a:r>
          <a:endParaRPr lang="en-US" sz="1600" kern="1200"/>
        </a:p>
      </dsp:txBody>
      <dsp:txXfrm>
        <a:off x="7280862" y="958138"/>
        <a:ext cx="1454151" cy="1274649"/>
      </dsp:txXfrm>
    </dsp:sp>
    <dsp:sp modelId="{F9B9D4F3-DFA3-47EC-B3F3-633EC611E3E4}">
      <dsp:nvSpPr>
        <dsp:cNvPr id="0" name=""/>
        <dsp:cNvSpPr/>
      </dsp:nvSpPr>
      <dsp:spPr>
        <a:xfrm>
          <a:off x="8460646" y="358303"/>
          <a:ext cx="274368" cy="274368"/>
        </a:xfrm>
        <a:prstGeom prst="triangle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E2CEB4-80BF-48F8-8CD6-DDE23FEACD35}">
      <dsp:nvSpPr>
        <dsp:cNvPr id="0" name=""/>
        <dsp:cNvSpPr/>
      </dsp:nvSpPr>
      <dsp:spPr>
        <a:xfrm rot="5400000">
          <a:off x="9222608" y="36381"/>
          <a:ext cx="967983" cy="1610703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481D5D-3B69-46C0-8AA1-A48287A6E4A7}">
      <dsp:nvSpPr>
        <dsp:cNvPr id="0" name=""/>
        <dsp:cNvSpPr/>
      </dsp:nvSpPr>
      <dsp:spPr>
        <a:xfrm>
          <a:off x="9061028" y="517634"/>
          <a:ext cx="1454151" cy="12746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0" i="0" kern="1200" baseline="0"/>
            <a:t>Evaluate intelligibility using Whisper ASR.</a:t>
          </a:r>
          <a:endParaRPr lang="en-US" sz="1600" kern="1200"/>
        </a:p>
      </dsp:txBody>
      <dsp:txXfrm>
        <a:off x="9061028" y="517634"/>
        <a:ext cx="1454151" cy="127464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81C300-B38E-4E66-ADC1-BB9F758AB32A}">
      <dsp:nvSpPr>
        <dsp:cNvPr id="0" name=""/>
        <dsp:cNvSpPr/>
      </dsp:nvSpPr>
      <dsp:spPr>
        <a:xfrm>
          <a:off x="0" y="356359"/>
          <a:ext cx="6666833" cy="1360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 dirty="0"/>
            <a:t>Python 3 with Colab Notebook for modular, interactive workflow.</a:t>
          </a:r>
          <a:endParaRPr lang="en-US" sz="2400" kern="1200" dirty="0"/>
        </a:p>
      </dsp:txBody>
      <dsp:txXfrm>
        <a:off x="0" y="356359"/>
        <a:ext cx="6666833" cy="1360800"/>
      </dsp:txXfrm>
    </dsp:sp>
    <dsp:sp modelId="{FFC73E82-8590-42CF-A81C-3A57C2315D45}">
      <dsp:nvSpPr>
        <dsp:cNvPr id="0" name=""/>
        <dsp:cNvSpPr/>
      </dsp:nvSpPr>
      <dsp:spPr>
        <a:xfrm>
          <a:off x="333341" y="2119"/>
          <a:ext cx="4666783" cy="7084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Software Environment:</a:t>
          </a:r>
          <a:r>
            <a:rPr lang="en-IN" sz="2400" kern="1200"/>
            <a:t>  </a:t>
          </a:r>
          <a:endParaRPr lang="en-US" sz="2400" kern="1200"/>
        </a:p>
      </dsp:txBody>
      <dsp:txXfrm>
        <a:off x="367926" y="36704"/>
        <a:ext cx="4597613" cy="639310"/>
      </dsp:txXfrm>
    </dsp:sp>
    <dsp:sp modelId="{F566E939-4E39-4568-AA9A-E30BFD529985}">
      <dsp:nvSpPr>
        <dsp:cNvPr id="0" name=""/>
        <dsp:cNvSpPr/>
      </dsp:nvSpPr>
      <dsp:spPr>
        <a:xfrm>
          <a:off x="0" y="2201000"/>
          <a:ext cx="6666833" cy="3250800"/>
        </a:xfrm>
        <a:prstGeom prst="rect">
          <a:avLst/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1" kern="1200"/>
            <a:t>PyTorch</a:t>
          </a:r>
          <a:r>
            <a:rPr lang="en-IN" sz="2400" kern="1200"/>
            <a:t>: Loads pretrained AI denoiser.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1" kern="1200"/>
            <a:t>Transformers/Datasets</a:t>
          </a:r>
          <a:r>
            <a:rPr lang="en-IN" sz="2400" kern="1200"/>
            <a:t>: Provides Whisper ASR and Librispeech source.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1" kern="1200"/>
            <a:t>SciPy</a:t>
          </a:r>
          <a:r>
            <a:rPr lang="en-IN" sz="2400" kern="1200"/>
            <a:t>: Filtering and signal design.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1" kern="1200"/>
            <a:t>Librosa</a:t>
          </a:r>
          <a:r>
            <a:rPr lang="en-IN" sz="2400" kern="1200"/>
            <a:t>: Visualization of speech waveforms and spectrograms.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b="1" kern="1200"/>
            <a:t>NumPy</a:t>
          </a:r>
          <a:r>
            <a:rPr lang="en-IN" sz="2400" kern="1200"/>
            <a:t>: Core numerical computations.</a:t>
          </a:r>
          <a:endParaRPr lang="en-US" sz="2400" kern="1200"/>
        </a:p>
      </dsp:txBody>
      <dsp:txXfrm>
        <a:off x="0" y="2201000"/>
        <a:ext cx="6666833" cy="3250800"/>
      </dsp:txXfrm>
    </dsp:sp>
    <dsp:sp modelId="{630F7FF6-9B83-4C18-9E8A-C2E1F8A0E2DA}">
      <dsp:nvSpPr>
        <dsp:cNvPr id="0" name=""/>
        <dsp:cNvSpPr/>
      </dsp:nvSpPr>
      <dsp:spPr>
        <a:xfrm>
          <a:off x="333341" y="1846760"/>
          <a:ext cx="4666783" cy="708480"/>
        </a:xfrm>
        <a:prstGeom prst="roundRect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b="1" kern="1200"/>
            <a:t>Core Libraries:</a:t>
          </a:r>
          <a:endParaRPr lang="en-US" sz="2400" kern="1200"/>
        </a:p>
      </dsp:txBody>
      <dsp:txXfrm>
        <a:off x="367926" y="1881345"/>
        <a:ext cx="4597613" cy="6393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1D64BD-4E22-4D5E-A779-EF663BD6FCD2}">
      <dsp:nvSpPr>
        <dsp:cNvPr id="0" name=""/>
        <dsp:cNvSpPr/>
      </dsp:nvSpPr>
      <dsp:spPr>
        <a:xfrm>
          <a:off x="0" y="221631"/>
          <a:ext cx="11123951" cy="4449580"/>
        </a:xfrm>
        <a:prstGeom prst="leftRightRibbon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B9E02C-29C0-4110-83FD-700BFC882CAD}">
      <dsp:nvSpPr>
        <dsp:cNvPr id="0" name=""/>
        <dsp:cNvSpPr/>
      </dsp:nvSpPr>
      <dsp:spPr>
        <a:xfrm>
          <a:off x="1334874" y="1074705"/>
          <a:ext cx="3670903" cy="218029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7564" rIns="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1. Speech Enhancement (DNS64):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Loaded via PyTorch, pretrained on massive noisy-clean datasets.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Likely U-Net/CRN architecture.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Function: Removes noise while preserving formant structures critical for intelligibility.</a:t>
          </a:r>
          <a:endParaRPr lang="en-US" sz="1500" kern="1200"/>
        </a:p>
      </dsp:txBody>
      <dsp:txXfrm>
        <a:off x="1334874" y="1074705"/>
        <a:ext cx="3670903" cy="2180294"/>
      </dsp:txXfrm>
    </dsp:sp>
    <dsp:sp modelId="{A4C36090-47D4-4CC9-B9D3-AA2C26E6BFBD}">
      <dsp:nvSpPr>
        <dsp:cNvPr id="0" name=""/>
        <dsp:cNvSpPr/>
      </dsp:nvSpPr>
      <dsp:spPr>
        <a:xfrm>
          <a:off x="5561975" y="1786638"/>
          <a:ext cx="4338340" cy="2180294"/>
        </a:xfrm>
        <a:prstGeom prst="rect">
          <a:avLst/>
        </a:prstGeom>
        <a:noFill/>
        <a:ln w="1905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67564" rIns="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900" b="1" kern="1200"/>
            <a:t>2. ASR Model (Whisper-large-v3):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Hugely robust ASR trained on 680k hours of audio.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 dirty="0"/>
            <a:t>Evaluates transcription accuracy before/after enhancement.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1500" kern="1200"/>
            <a:t>Metric: Word Error Rate (WER).</a:t>
          </a:r>
          <a:endParaRPr lang="en-US" sz="1500" kern="1200"/>
        </a:p>
      </dsp:txBody>
      <dsp:txXfrm>
        <a:off x="5561975" y="1786638"/>
        <a:ext cx="4338340" cy="21802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919D58-24E3-4602-A030-44306141890C}">
      <dsp:nvSpPr>
        <dsp:cNvPr id="0" name=""/>
        <dsp:cNvSpPr/>
      </dsp:nvSpPr>
      <dsp:spPr>
        <a:xfrm>
          <a:off x="0" y="137934"/>
          <a:ext cx="6263640" cy="169532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     Core AI Enhancement   Pipeline (PyTorch):</a:t>
          </a:r>
          <a:endParaRPr lang="en-US" sz="2400" kern="1200" dirty="0"/>
        </a:p>
      </dsp:txBody>
      <dsp:txXfrm>
        <a:off x="82759" y="220693"/>
        <a:ext cx="6098122" cy="1529811"/>
      </dsp:txXfrm>
    </dsp:sp>
    <dsp:sp modelId="{F5D4B462-10DF-4B21-9C9F-7036677B9A6F}">
      <dsp:nvSpPr>
        <dsp:cNvPr id="0" name=""/>
        <dsp:cNvSpPr/>
      </dsp:nvSpPr>
      <dsp:spPr>
        <a:xfrm>
          <a:off x="0" y="1833263"/>
          <a:ext cx="6263640" cy="18381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871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900" kern="1200" dirty="0"/>
            <a:t>Convert noisy NumPy audio → PyTorch tensor.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900" kern="1200"/>
            <a:t>Use torch.no_grad() to run inference efficiently.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900" kern="1200"/>
            <a:t>Pass through DNS64 denoiser → obtain enhanced tensor.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1900" kern="1200" dirty="0"/>
            <a:t>Convert tensor back to NumPy for playback and evaluation.</a:t>
          </a:r>
          <a:endParaRPr lang="en-US" sz="1900" kern="1200" dirty="0"/>
        </a:p>
      </dsp:txBody>
      <dsp:txXfrm>
        <a:off x="0" y="1833263"/>
        <a:ext cx="6263640" cy="1838160"/>
      </dsp:txXfrm>
    </dsp:sp>
    <dsp:sp modelId="{01D15529-0D62-434E-8BF7-2F048B278D04}">
      <dsp:nvSpPr>
        <dsp:cNvPr id="0" name=""/>
        <dsp:cNvSpPr/>
      </dsp:nvSpPr>
      <dsp:spPr>
        <a:xfrm>
          <a:off x="0" y="3671424"/>
          <a:ext cx="6263640" cy="169532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This concise, GPU-accelerated pipeline makes AI enhancement </a:t>
          </a:r>
          <a:r>
            <a:rPr lang="en-IN" sz="2400" b="1" kern="1200" dirty="0"/>
            <a:t>real-time capable</a:t>
          </a:r>
          <a:r>
            <a:rPr lang="en-IN" sz="2400" kern="1200" dirty="0"/>
            <a:t> while ensuring reproducibility in academic and industrial contexts.</a:t>
          </a:r>
          <a:endParaRPr lang="en-US" sz="2400" kern="1200" dirty="0"/>
        </a:p>
      </dsp:txBody>
      <dsp:txXfrm>
        <a:off x="82759" y="3754183"/>
        <a:ext cx="6098122" cy="152981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AE31AB-A472-456C-991E-913CDB844DA4}">
      <dsp:nvSpPr>
        <dsp:cNvPr id="0" name=""/>
        <dsp:cNvSpPr/>
      </dsp:nvSpPr>
      <dsp:spPr>
        <a:xfrm>
          <a:off x="4423" y="717451"/>
          <a:ext cx="2916435" cy="291643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At </a:t>
          </a:r>
          <a:r>
            <a:rPr lang="en-IN" sz="1800" b="1" kern="1200" dirty="0"/>
            <a:t>12 dB SNR</a:t>
          </a:r>
          <a:r>
            <a:rPr lang="en-IN" sz="1800" kern="1200" dirty="0"/>
            <a:t>, the noisy baseline signal shows heavy corruption:</a:t>
          </a:r>
          <a:endParaRPr lang="en-US" sz="1800" kern="1200" dirty="0"/>
        </a:p>
      </dsp:txBody>
      <dsp:txXfrm>
        <a:off x="431525" y="1144553"/>
        <a:ext cx="2062231" cy="2062231"/>
      </dsp:txXfrm>
    </dsp:sp>
    <dsp:sp modelId="{3C46DC71-D26A-48FD-AF12-8BA52C449DF3}">
      <dsp:nvSpPr>
        <dsp:cNvPr id="0" name=""/>
        <dsp:cNvSpPr/>
      </dsp:nvSpPr>
      <dsp:spPr>
        <a:xfrm rot="19041445">
          <a:off x="2881524" y="1773201"/>
          <a:ext cx="95272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52726" y="0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92A58D-3441-4AD8-9D33-F852933D8931}">
      <dsp:nvSpPr>
        <dsp:cNvPr id="0" name=""/>
        <dsp:cNvSpPr/>
      </dsp:nvSpPr>
      <dsp:spPr>
        <a:xfrm rot="13358555">
          <a:off x="6681348" y="1773201"/>
          <a:ext cx="95272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52726" y="0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A24502-BCE4-472D-8D2C-A7154833AED6}">
      <dsp:nvSpPr>
        <dsp:cNvPr id="0" name=""/>
        <dsp:cNvSpPr/>
      </dsp:nvSpPr>
      <dsp:spPr>
        <a:xfrm>
          <a:off x="3708297" y="1450501"/>
          <a:ext cx="340890" cy="0"/>
        </a:xfrm>
        <a:prstGeom prst="line">
          <a:avLst/>
        </a:pr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F48D19-FB54-438F-8680-0EAA61B04BF4}">
      <dsp:nvSpPr>
        <dsp:cNvPr id="0" name=""/>
        <dsp:cNvSpPr/>
      </dsp:nvSpPr>
      <dsp:spPr>
        <a:xfrm>
          <a:off x="4049188" y="725334"/>
          <a:ext cx="2417223" cy="145033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Clean speech spectrogram:</a:t>
          </a:r>
          <a:r>
            <a:rPr lang="en-IN" sz="1700" kern="1200"/>
            <a:t> Distinct formants and harmonic bands visible.</a:t>
          </a:r>
          <a:endParaRPr lang="en-US" sz="1700" kern="1200"/>
        </a:p>
      </dsp:txBody>
      <dsp:txXfrm>
        <a:off x="4049188" y="725334"/>
        <a:ext cx="2417223" cy="1450334"/>
      </dsp:txXfrm>
    </dsp:sp>
    <dsp:sp modelId="{B296DD45-6133-4499-843E-59BED10CEE99}">
      <dsp:nvSpPr>
        <dsp:cNvPr id="0" name=""/>
        <dsp:cNvSpPr/>
      </dsp:nvSpPr>
      <dsp:spPr>
        <a:xfrm>
          <a:off x="6466411" y="1450501"/>
          <a:ext cx="340890" cy="0"/>
        </a:xfrm>
        <a:prstGeom prst="line">
          <a:avLst/>
        </a:pr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F659925-71C9-4BCF-BCAA-C579AA6C9A8A}">
      <dsp:nvSpPr>
        <dsp:cNvPr id="0" name=""/>
        <dsp:cNvSpPr/>
      </dsp:nvSpPr>
      <dsp:spPr>
        <a:xfrm rot="2558555">
          <a:off x="2881524" y="2578136"/>
          <a:ext cx="95272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52726" y="0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6ECBDA1-C5AF-47A2-A3BE-D89477452705}">
      <dsp:nvSpPr>
        <dsp:cNvPr id="0" name=""/>
        <dsp:cNvSpPr/>
      </dsp:nvSpPr>
      <dsp:spPr>
        <a:xfrm rot="8241445">
          <a:off x="6681348" y="2578136"/>
          <a:ext cx="952726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952726" y="0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E4C10B-6B87-4938-AD72-173724C46DF5}">
      <dsp:nvSpPr>
        <dsp:cNvPr id="0" name=""/>
        <dsp:cNvSpPr/>
      </dsp:nvSpPr>
      <dsp:spPr>
        <a:xfrm>
          <a:off x="3708297" y="2900836"/>
          <a:ext cx="340890" cy="0"/>
        </a:xfrm>
        <a:prstGeom prst="line">
          <a:avLst/>
        </a:pr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493E760-3FBE-4D4C-B339-298433E0B701}">
      <dsp:nvSpPr>
        <dsp:cNvPr id="0" name=""/>
        <dsp:cNvSpPr/>
      </dsp:nvSpPr>
      <dsp:spPr>
        <a:xfrm>
          <a:off x="4049188" y="2175669"/>
          <a:ext cx="2417223" cy="1450334"/>
        </a:xfrm>
        <a:prstGeom prst="rect">
          <a:avLst/>
        </a:prstGeom>
        <a:noFill/>
        <a:ln>
          <a:noFill/>
        </a:ln>
        <a:effectLst/>
        <a:sp3d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b="1" kern="1200"/>
            <a:t>Noisy demodulated spectrogram:</a:t>
          </a:r>
          <a:r>
            <a:rPr lang="en-IN" sz="1700" kern="1200"/>
            <a:t> Broadband noise floor masks details, blurring speech cues.</a:t>
          </a:r>
          <a:endParaRPr lang="en-US" sz="1700" kern="1200"/>
        </a:p>
      </dsp:txBody>
      <dsp:txXfrm>
        <a:off x="4049188" y="2175669"/>
        <a:ext cx="2417223" cy="1450334"/>
      </dsp:txXfrm>
    </dsp:sp>
    <dsp:sp modelId="{42360879-CFBF-412E-BFA0-1B5790020943}">
      <dsp:nvSpPr>
        <dsp:cNvPr id="0" name=""/>
        <dsp:cNvSpPr/>
      </dsp:nvSpPr>
      <dsp:spPr>
        <a:xfrm>
          <a:off x="6466411" y="2900836"/>
          <a:ext cx="340890" cy="0"/>
        </a:xfrm>
        <a:prstGeom prst="line">
          <a:avLst/>
        </a:pr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FE4323-DAC9-4769-A61E-E7FC3513C128}">
      <dsp:nvSpPr>
        <dsp:cNvPr id="0" name=""/>
        <dsp:cNvSpPr/>
      </dsp:nvSpPr>
      <dsp:spPr>
        <a:xfrm>
          <a:off x="7594740" y="717451"/>
          <a:ext cx="2916435" cy="2916435"/>
        </a:xfrm>
        <a:prstGeom prst="ellips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800" kern="1200" dirty="0"/>
            <a:t>The visual confirms why AM under noise is unintelligible and why traditional filters fail—non-stationary noise disrupts speech structure beyond recovery.</a:t>
          </a:r>
          <a:endParaRPr lang="en-US" sz="1800" kern="1200" dirty="0"/>
        </a:p>
      </dsp:txBody>
      <dsp:txXfrm>
        <a:off x="8021842" y="1144553"/>
        <a:ext cx="2062231" cy="206223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817EF9B-0337-4A79-A81D-CD89BCD4839B}">
      <dsp:nvSpPr>
        <dsp:cNvPr id="0" name=""/>
        <dsp:cNvSpPr/>
      </dsp:nvSpPr>
      <dsp:spPr>
        <a:xfrm>
          <a:off x="5463" y="2181843"/>
          <a:ext cx="3215958" cy="160797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AI Enhancement restores intelligibility at </a:t>
          </a:r>
          <a:r>
            <a:rPr lang="en-IN" sz="2000" b="1" kern="1200"/>
            <a:t>12 dB SNR</a:t>
          </a:r>
          <a:r>
            <a:rPr lang="en-IN" sz="2000" kern="1200"/>
            <a:t>:</a:t>
          </a:r>
          <a:endParaRPr lang="en-US" sz="2000" kern="1200"/>
        </a:p>
      </dsp:txBody>
      <dsp:txXfrm>
        <a:off x="52559" y="2228939"/>
        <a:ext cx="3121766" cy="1513787"/>
      </dsp:txXfrm>
    </dsp:sp>
    <dsp:sp modelId="{11FA7104-9007-40B8-ADDE-6953D8A3AB8A}">
      <dsp:nvSpPr>
        <dsp:cNvPr id="0" name=""/>
        <dsp:cNvSpPr/>
      </dsp:nvSpPr>
      <dsp:spPr>
        <a:xfrm rot="18289469">
          <a:off x="2738310" y="2037011"/>
          <a:ext cx="2252605" cy="48468"/>
        </a:xfrm>
        <a:custGeom>
          <a:avLst/>
          <a:gdLst/>
          <a:ahLst/>
          <a:cxnLst/>
          <a:rect l="0" t="0" r="0" b="0"/>
          <a:pathLst>
            <a:path>
              <a:moveTo>
                <a:pt x="0" y="24234"/>
              </a:moveTo>
              <a:lnTo>
                <a:pt x="2252605" y="24234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808298" y="2004930"/>
        <a:ext cx="112630" cy="112630"/>
      </dsp:txXfrm>
    </dsp:sp>
    <dsp:sp modelId="{91E8A0BB-33DE-4F16-A4B2-60DB670D78F2}">
      <dsp:nvSpPr>
        <dsp:cNvPr id="0" name=""/>
        <dsp:cNvSpPr/>
      </dsp:nvSpPr>
      <dsp:spPr>
        <a:xfrm>
          <a:off x="4507805" y="332668"/>
          <a:ext cx="3215958" cy="160797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Noisy baseline:</a:t>
          </a:r>
          <a:r>
            <a:rPr lang="en-IN" sz="2000" kern="1200"/>
            <a:t> Dense noise obscures speech bands.</a:t>
          </a:r>
          <a:endParaRPr lang="en-US" sz="2000" kern="1200"/>
        </a:p>
      </dsp:txBody>
      <dsp:txXfrm>
        <a:off x="4554901" y="379764"/>
        <a:ext cx="3121766" cy="1513787"/>
      </dsp:txXfrm>
    </dsp:sp>
    <dsp:sp modelId="{34DA8B69-48E0-4C40-93ED-99E637D4905E}">
      <dsp:nvSpPr>
        <dsp:cNvPr id="0" name=""/>
        <dsp:cNvSpPr/>
      </dsp:nvSpPr>
      <dsp:spPr>
        <a:xfrm>
          <a:off x="3221421" y="2961599"/>
          <a:ext cx="1286383" cy="48468"/>
        </a:xfrm>
        <a:custGeom>
          <a:avLst/>
          <a:gdLst/>
          <a:ahLst/>
          <a:cxnLst/>
          <a:rect l="0" t="0" r="0" b="0"/>
          <a:pathLst>
            <a:path>
              <a:moveTo>
                <a:pt x="0" y="24234"/>
              </a:moveTo>
              <a:lnTo>
                <a:pt x="1286383" y="24234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600" kern="1200"/>
        </a:p>
      </dsp:txBody>
      <dsp:txXfrm>
        <a:off x="3832453" y="2953673"/>
        <a:ext cx="64319" cy="64319"/>
      </dsp:txXfrm>
    </dsp:sp>
    <dsp:sp modelId="{952C2710-445A-4A54-85A6-7CE8882850EB}">
      <dsp:nvSpPr>
        <dsp:cNvPr id="0" name=""/>
        <dsp:cNvSpPr/>
      </dsp:nvSpPr>
      <dsp:spPr>
        <a:xfrm>
          <a:off x="4507805" y="2181843"/>
          <a:ext cx="3215958" cy="160797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b="1" kern="1200"/>
            <a:t>AI-enhanced spectrogram:</a:t>
          </a:r>
          <a:r>
            <a:rPr lang="en-IN" sz="2000" kern="1200"/>
            <a:t> Noise floor removed, dark background restored.</a:t>
          </a:r>
          <a:endParaRPr lang="en-US" sz="2000" kern="1200"/>
        </a:p>
      </dsp:txBody>
      <dsp:txXfrm>
        <a:off x="4554901" y="2228939"/>
        <a:ext cx="3121766" cy="1513787"/>
      </dsp:txXfrm>
    </dsp:sp>
    <dsp:sp modelId="{29632193-E5F7-4823-8367-AB12864046E2}">
      <dsp:nvSpPr>
        <dsp:cNvPr id="0" name=""/>
        <dsp:cNvSpPr/>
      </dsp:nvSpPr>
      <dsp:spPr>
        <a:xfrm rot="3310531">
          <a:off x="2738310" y="3886187"/>
          <a:ext cx="2252605" cy="48468"/>
        </a:xfrm>
        <a:custGeom>
          <a:avLst/>
          <a:gdLst/>
          <a:ahLst/>
          <a:cxnLst/>
          <a:rect l="0" t="0" r="0" b="0"/>
          <a:pathLst>
            <a:path>
              <a:moveTo>
                <a:pt x="0" y="24234"/>
              </a:moveTo>
              <a:lnTo>
                <a:pt x="2252605" y="24234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808298" y="3854106"/>
        <a:ext cx="112630" cy="112630"/>
      </dsp:txXfrm>
    </dsp:sp>
    <dsp:sp modelId="{13F02D97-02BC-4268-A5F5-F62F84D71876}">
      <dsp:nvSpPr>
        <dsp:cNvPr id="0" name=""/>
        <dsp:cNvSpPr/>
      </dsp:nvSpPr>
      <dsp:spPr>
        <a:xfrm>
          <a:off x="4507805" y="4031019"/>
          <a:ext cx="3215958" cy="160797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Clear formants and harmonics emerge, resembling clean reference.</a:t>
          </a:r>
          <a:endParaRPr lang="en-US" sz="2000" kern="1200"/>
        </a:p>
      </dsp:txBody>
      <dsp:txXfrm>
        <a:off x="4554901" y="4078115"/>
        <a:ext cx="3121766" cy="1513787"/>
      </dsp:txXfrm>
    </dsp:sp>
    <dsp:sp modelId="{C4083654-4084-43C7-9A94-A5D88A5460E9}">
      <dsp:nvSpPr>
        <dsp:cNvPr id="0" name=""/>
        <dsp:cNvSpPr/>
      </dsp:nvSpPr>
      <dsp:spPr>
        <a:xfrm>
          <a:off x="5463" y="4031019"/>
          <a:ext cx="3215958" cy="1607979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000" kern="1200"/>
            <a:t>This validates the AI denoiser’s learned capability to separate human speech features from disruptive noise patterns.</a:t>
          </a:r>
          <a:endParaRPr lang="en-US" sz="2000" kern="1200"/>
        </a:p>
      </dsp:txBody>
      <dsp:txXfrm>
        <a:off x="52559" y="4078115"/>
        <a:ext cx="3121766" cy="151378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BAFBB2-4D18-4693-B4E9-62C099B0998D}">
      <dsp:nvSpPr>
        <dsp:cNvPr id="0" name=""/>
        <dsp:cNvSpPr/>
      </dsp:nvSpPr>
      <dsp:spPr>
        <a:xfrm>
          <a:off x="0" y="20324"/>
          <a:ext cx="6253721" cy="66338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Implications:</a:t>
          </a:r>
          <a:endParaRPr lang="en-US" sz="2700" kern="1200"/>
        </a:p>
      </dsp:txBody>
      <dsp:txXfrm>
        <a:off x="32384" y="52708"/>
        <a:ext cx="6188953" cy="598621"/>
      </dsp:txXfrm>
    </dsp:sp>
    <dsp:sp modelId="{EFC28F16-624D-4EAF-879E-B55F4F9674BE}">
      <dsp:nvSpPr>
        <dsp:cNvPr id="0" name=""/>
        <dsp:cNvSpPr/>
      </dsp:nvSpPr>
      <dsp:spPr>
        <a:xfrm>
          <a:off x="0" y="683714"/>
          <a:ext cx="6253721" cy="20120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Revives legacy AM systems for modern automation.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Enables archival transcription of historical, noisy audio.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Increases safety in aviation, maritime, and emergency voice communications.</a:t>
          </a:r>
        </a:p>
      </dsp:txBody>
      <dsp:txXfrm>
        <a:off x="0" y="683714"/>
        <a:ext cx="6253721" cy="2012039"/>
      </dsp:txXfrm>
    </dsp:sp>
    <dsp:sp modelId="{458C43EA-04C4-4278-A7FD-202BFBE23EFC}">
      <dsp:nvSpPr>
        <dsp:cNvPr id="0" name=""/>
        <dsp:cNvSpPr/>
      </dsp:nvSpPr>
      <dsp:spPr>
        <a:xfrm>
          <a:off x="0" y="2695754"/>
          <a:ext cx="6253721" cy="663389"/>
        </a:xfrm>
        <a:prstGeom prst="roundRect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/>
            <a:t>Limitations:</a:t>
          </a:r>
          <a:endParaRPr lang="en-US" sz="2700" kern="1200"/>
        </a:p>
      </dsp:txBody>
      <dsp:txXfrm>
        <a:off x="32384" y="2728138"/>
        <a:ext cx="6188953" cy="598621"/>
      </dsp:txXfrm>
    </dsp:sp>
    <dsp:sp modelId="{BBCB13FC-61A9-45E9-931F-396A8C4C53BD}">
      <dsp:nvSpPr>
        <dsp:cNvPr id="0" name=""/>
        <dsp:cNvSpPr/>
      </dsp:nvSpPr>
      <dsp:spPr>
        <a:xfrm>
          <a:off x="0" y="3359144"/>
          <a:ext cx="6253721" cy="16766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556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Pure simulation; no real-air recordings used.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Only pink noise tested; real-world multipath/fading unmodeled.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No subjective human evaluation (MOS, MUSHRA).</a:t>
          </a:r>
        </a:p>
      </dsp:txBody>
      <dsp:txXfrm>
        <a:off x="0" y="3359144"/>
        <a:ext cx="6253721" cy="167669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6">
  <dgm:title val=""/>
  <dgm:desc val=""/>
  <dgm:catLst>
    <dgm:cat type="relationship" pri="4000"/>
    <dgm:cat type="process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compositeShape">
    <dgm:varLst>
      <dgm:chMax val="2"/>
      <dgm:dir/>
      <dgm:resizeHandles val="exact"/>
    </dgm:varLst>
    <dgm:alg type="composite">
      <dgm:param type="horzAlign" val="ctr"/>
      <dgm:param type="vertAlign" val="mid"/>
      <dgm:param type="ar" val="2.5"/>
    </dgm:alg>
    <dgm:shape xmlns:r="http://schemas.openxmlformats.org/officeDocument/2006/relationships" r:blip="">
      <dgm:adjLst/>
    </dgm:shape>
    <dgm:presOf/>
    <dgm:constrLst>
      <dgm:constr type="primFontSz" for="des" ptType="node" op="equ"/>
      <dgm:constr type="w" for="ch" forName="ribbon" refType="h" refFor="ch" refForName="ribbon" fact="2.5"/>
      <dgm:constr type="h" for="ch" forName="leftArrowText" refType="h" fact="0.49"/>
      <dgm:constr type="ctrY" for="ch" forName="leftArrowText" refType="ctrY" refFor="ch" refForName="ribbon"/>
      <dgm:constr type="ctrYOff" for="ch" forName="leftArrowText" refType="h" refFor="ch" refForName="ribbon" fact="-0.08"/>
      <dgm:constr type="l" for="ch" forName="leftArrowText" refType="w" refFor="ch" refForName="ribbon" fact="0.12"/>
      <dgm:constr type="r" for="ch" forName="leftArrowText" refType="w" refFor="ch" refForName="ribbon" fact="0.45"/>
      <dgm:constr type="h" for="ch" forName="rightArrowText" refType="h" fact="0.49"/>
      <dgm:constr type="ctrY" for="ch" forName="rightArrowText" refType="ctrY" refFor="ch" refForName="ribbon"/>
      <dgm:constr type="ctrYOff" for="ch" forName="rightArrowText" refType="h" refFor="ch" refForName="ribbon" fact="0.08"/>
      <dgm:constr type="l" for="ch" forName="rightArrowText" refType="w" refFor="ch" refForName="ribbon" fact="0.5"/>
      <dgm:constr type="r" for="ch" forName="rightArrowText" refType="w" refFor="ch" refForName="ribbon" fact="0.89"/>
    </dgm:constrLst>
    <dgm:ruleLst/>
    <dgm:choose name="Name0">
      <dgm:if name="Name1" axis="ch" ptType="node" func="cnt" op="gte" val="1">
        <dgm:layoutNode name="ribbon" styleLbl="node1">
          <dgm:alg type="sp"/>
          <dgm:shape xmlns:r="http://schemas.openxmlformats.org/officeDocument/2006/relationships" type="leftRightRibbon" r:blip="">
            <dgm:adjLst/>
          </dgm:shape>
          <dgm:presOf/>
          <dgm:constrLst/>
          <dgm:ruleLst/>
        </dgm:layoutNode>
        <dgm:layoutNode name="lef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2">
            <dgm:if name="Name3" func="var" arg="dir" op="equ" val="norm">
              <dgm:presOf axis="ch desOrSelf" ptType="node node" st="1 1" cnt="1 0"/>
            </dgm:if>
            <dgm:else name="Name4">
              <dgm:presOf axis="ch desOrSelf" ptType="node node" st="2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  <dgm:layoutNode name="rightArrowText" styleLbl="node1">
          <dgm:varLst>
            <dgm:chMax val="0"/>
            <dgm:bulletEnabled val="1"/>
          </dgm:varLst>
          <dgm:alg type="tx">
            <dgm:param type="txAnchorVertCh" val="mid"/>
          </dgm:alg>
          <dgm:shape xmlns:r="http://schemas.openxmlformats.org/officeDocument/2006/relationships" type="rect" r:blip="" hideGeom="1">
            <dgm:adjLst/>
          </dgm:shape>
          <dgm:choose name="Name5">
            <dgm:if name="Name6" func="var" arg="dir" op="equ" val="norm">
              <dgm:presOf axis="ch desOrSelf" ptType="node node" st="2 1" cnt="1 0"/>
            </dgm:if>
            <dgm:else name="Name7">
              <dgm:presOf axis="ch desOrSelf" ptType="node node" st="1 1" cnt="1 0"/>
            </dgm:else>
          </dgm:choose>
          <dgm:constrLst>
            <dgm:constr type="primFontSz" val="65"/>
            <dgm:constr type="tMarg" refType="primFontSz" fact="0.28"/>
            <dgm:constr type="lMarg"/>
            <dgm:constr type="bMarg" refType="primFontSz" fact="0.3"/>
            <dgm:constr type="rMarg"/>
          </dgm:constrLst>
          <dgm:ruleLst>
            <dgm:rule type="primFontSz" val="5" fact="NaN" max="NaN"/>
          </dgm:ruleLst>
        </dgm:layoutNode>
      </dgm:if>
      <dgm:else name="Name8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9/3/layout/SubStepProcess">
  <dgm:title val=""/>
  <dgm:desc val=""/>
  <dgm:catLst>
    <dgm:cat type="process" pri="122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61" srcId="1" destId="11" srcOrd="0" destOrd="0"/>
        <dgm:cxn modelId="62" srcId="1" destId="12" srcOrd="1" destOrd="0"/>
        <dgm:cxn modelId="7" srcId="0" destId="2" srcOrd="0" destOrd="0"/>
        <dgm:cxn modelId="8" srcId="0" destId="3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</dgm:ptLst>
      <dgm:cxnLst>
        <dgm:cxn modelId="4" srcId="0" destId="1" srcOrd="0" destOrd="0"/>
        <dgm:cxn modelId="41" srcId="1" destId="11" srcOrd="0" destOrd="0"/>
        <dgm:cxn modelId="42" srcId="1" destId="12" srcOrd="1" destOrd="0"/>
        <dgm:cxn modelId="5" srcId="0" destId="2" srcOrd="0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8" srcId="0" destId="1" srcOrd="0" destOrd="0"/>
        <dgm:cxn modelId="81" srcId="1" destId="11" srcOrd="0" destOrd="0"/>
        <dgm:cxn modelId="82" srcId="1" destId="12" srcOrd="1" destOrd="0"/>
        <dgm:cxn modelId="9" srcId="0" destId="2" srcOrd="0" destOrd="0"/>
        <dgm:cxn modelId="10" srcId="0" destId="3" srcOrd="0" destOrd="0"/>
        <dgm:cxn modelId="11" srcId="0" destId="4" srcOrd="0" destOrd="0"/>
      </dgm:cxnLst>
      <dgm:bg/>
      <dgm:whole/>
    </dgm:dataModel>
  </dgm:clrData>
  <dgm:layoutNode name="Name0">
    <dgm:varLst>
      <dgm:chMax val="7"/>
      <dgm:dir/>
      <dgm:animOne val="branch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Tx1" refType="w"/>
      <dgm:constr type="w" for="ch" forName="chLin1" refType="w" refFor="ch" refForName="parTx1" fact="1.38"/>
      <dgm:constr type="h" for="ch" forName="chLin1" refType="h"/>
      <dgm:constr type="w" for="ch" forName="spPre1" refType="w" fact="0.27"/>
      <dgm:constr type="w" for="ch" forName="spPost1" refType="w" fact="0.27"/>
      <dgm:constr type="h" for="ch" forName="spPre1" refType="h"/>
      <dgm:constr type="h" for="ch" forName="spPost1" refType="h"/>
      <dgm:constr type="primFontSz" for="ch" forName="parTx1" val="65"/>
      <dgm:constr type="primFontSz" for="des" forName="desTx1" refType="primFontSz" refFor="ch" refForName="parTx1" fact="0.78"/>
      <dgm:constr type="primFontSz" for="des" forName="desTx1" op="equ"/>
      <dgm:constr type="w" for="ch" forName="parTx2" refType="w"/>
      <dgm:constr type="w" for="ch" forName="chLin2" refType="w" refFor="ch" refForName="parTx2" fact="1.38"/>
      <dgm:constr type="h" for="ch" forName="chLin2" refType="h"/>
      <dgm:constr type="w" for="ch" forName="spPre2" refType="w" fact="0.54"/>
      <dgm:constr type="w" for="ch" forName="spPost2" refType="w" fact="0.54"/>
      <dgm:constr type="h" for="ch" forName="spPre2" refType="h"/>
      <dgm:constr type="h" for="ch" forName="spPost2" refType="h"/>
      <dgm:constr type="primFontSz" for="ch" forName="parTx2" refType="primFontSz" refFor="ch" refForName="parTx1" op="equ"/>
      <dgm:constr type="primFontSz" for="des" forName="desTx2" refType="primFontSz" refFor="des" refForName="desTx1" op="equ"/>
      <dgm:constr type="w" for="ch" forName="parTx3" refType="w"/>
      <dgm:constr type="w" for="ch" forName="chLin3" refType="w" refFor="ch" refForName="parTx3" fact="1.38"/>
      <dgm:constr type="h" for="ch" forName="chLin3" refType="h"/>
      <dgm:constr type="w" for="ch" forName="spPre3" refType="w" fact="0.54"/>
      <dgm:constr type="w" for="ch" forName="spPost3" refType="w" fact="0.54"/>
      <dgm:constr type="h" for="ch" forName="spPre3" refType="h"/>
      <dgm:constr type="h" for="ch" forName="spPost3" refType="h"/>
      <dgm:constr type="primFontSz" for="ch" forName="parTx3" refType="primFontSz" refFor="ch" refForName="parTx1" op="equ"/>
      <dgm:constr type="primFontSz" for="des" forName="desTx3" refType="primFontSz" refFor="des" refForName="desTx1" op="equ"/>
      <dgm:constr type="w" for="ch" forName="parTx4" refType="w"/>
      <dgm:constr type="w" for="ch" forName="chLin4" refType="w" refFor="ch" refForName="parTx4" fact="1.38"/>
      <dgm:constr type="h" for="ch" forName="chLin4" refType="h"/>
      <dgm:constr type="w" for="ch" forName="spPre4" refType="w" fact="0.54"/>
      <dgm:constr type="w" for="ch" forName="spPost4" refType="w" fact="0.54"/>
      <dgm:constr type="h" for="ch" forName="spPre4" refType="h"/>
      <dgm:constr type="h" for="ch" forName="spPost4" refType="h"/>
      <dgm:constr type="primFontSz" for="ch" forName="parTx4" refType="primFontSz" refFor="ch" refForName="parTx1" op="equ"/>
      <dgm:constr type="primFontSz" for="des" forName="desTx4" refType="primFontSz" refFor="des" refForName="desTx1" op="equ"/>
      <dgm:constr type="w" for="ch" forName="parTx5" refType="w"/>
      <dgm:constr type="w" for="ch" forName="chLin5" refType="w" refFor="ch" refForName="parTx5" fact="1.38"/>
      <dgm:constr type="h" for="ch" forName="chLin5" refType="h"/>
      <dgm:constr type="w" for="ch" forName="spPre5" refType="w" fact="0.54"/>
      <dgm:constr type="w" for="ch" forName="spPost5" refType="w" fact="0.54"/>
      <dgm:constr type="h" for="ch" forName="spPre5" refType="h"/>
      <dgm:constr type="h" for="ch" forName="spPost5" refType="h"/>
      <dgm:constr type="primFontSz" for="ch" forName="parTx5" refType="primFontSz" refFor="ch" refForName="parTx1" op="equ"/>
      <dgm:constr type="primFontSz" for="des" forName="desTx5" refType="primFontSz" refFor="des" refForName="desTx1" op="equ"/>
      <dgm:constr type="w" for="ch" forName="parTx6" refType="w"/>
      <dgm:constr type="w" for="ch" forName="chLin6" refType="w" refFor="ch" refForName="parTx6" fact="1.38"/>
      <dgm:constr type="h" for="ch" forName="chLin6" refType="h"/>
      <dgm:constr type="w" for="ch" forName="spPre6" refType="w" fact="0.54"/>
      <dgm:constr type="w" for="ch" forName="spPost6" refType="w" fact="0.54"/>
      <dgm:constr type="h" for="ch" forName="spPre6" refType="h"/>
      <dgm:constr type="h" for="ch" forName="spPost6" refType="h"/>
      <dgm:constr type="primFontSz" for="ch" forName="parTx6" refType="primFontSz" refFor="ch" refForName="parTx1" op="equ"/>
      <dgm:constr type="primFontSz" for="des" forName="desTx6" refType="primFontSz" refFor="des" refForName="desTx1" op="equ"/>
      <dgm:constr type="w" for="ch" forName="parTx7" refType="w"/>
      <dgm:constr type="w" for="ch" forName="chLin7" refType="w" refFor="ch" refForName="parTx7" fact="1.38"/>
      <dgm:constr type="h" for="ch" forName="chLin7" refType="h"/>
      <dgm:constr type="w" for="ch" forName="spPre7" refType="w" fact="0.54"/>
      <dgm:constr type="w" for="ch" forName="spPost7" refType="w" fact="0.54"/>
      <dgm:constr type="h" for="ch" forName="spPre7" refType="h"/>
      <dgm:constr type="h" for="ch" forName="spPost7" refType="h"/>
      <dgm:constr type="primFontSz" for="ch" forName="parTx7" refType="primFontSz" refFor="ch" refForName="parTx1" op="equ"/>
      <dgm:constr type="primFontSz" for="des" forName="desTx7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parTx1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">
            <dgm:if name="Name8" axis="ch" ptType="node" func="cnt" op="gte" val="1">
              <dgm:layoutNode name="spPre1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1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1" refType="w" fact="0.77"/>
                  <dgm:constr type="w" for="ch" forName="top1" refType="w" refFor="ch" refForName="txAndLines1" fact="0.78"/>
                </dgm:constrLst>
                <dgm:forEach name="Name9" axis="ch">
                  <dgm:forEach name="Name10" axis="self" ptType="parTrans">
                    <dgm:layoutNode name="Name11" styleLbl="parChTrans1D1">
                      <dgm:choose name="Name12">
                        <dgm:if name="Name1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1"/>
                          </dgm:alg>
                        </dgm:if>
                        <dgm:else name="Name1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1"/>
                            <dgm:param type="dstNode" val="anchor1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" axis="self" ptType="node">
                    <dgm:choose name="Name16">
                      <dgm:if name="Name17" axis="par ch" ptType="node node" func="cnt" op="equ" val="1">
                        <dgm:layoutNode name="top1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"/>
                    </dgm:choose>
                    <dgm:layoutNode name="txAndLines1">
                      <dgm:choose name="Name19">
                        <dgm:if name="Name20" func="var" arg="dir" op="equ" val="norm">
                          <dgm:alg type="lin"/>
                        </dgm:if>
                        <dgm:else name="Name2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22">
                        <dgm:if name="Name23" axis="root ch" ptType="all node" func="cnt" op="gte" val="2">
                          <dgm:constrLst>
                            <dgm:constr type="w" for="ch" forName="anchor1" refType="w"/>
                            <dgm:constr type="w" for="ch" forName="backup1" refType="w" fact="-1"/>
                            <dgm:constr type="w" for="ch" forName="preLine1" refType="w" fact="0.11"/>
                            <dgm:constr type="w" for="ch" forName="desTx1" refType="w" fact="0.78"/>
                            <dgm:constr type="w" for="ch" forName="postLine1" refType="w" fact="0.11"/>
                          </dgm:constrLst>
                        </dgm:if>
                        <dgm:else name="Name24">
                          <dgm:constrLst>
                            <dgm:constr type="w" for="ch" forName="anchor1" refType="w" fact="0.89"/>
                            <dgm:constr type="w" for="ch" forName="backup1" refType="w" fact="-0.89"/>
                            <dgm:constr type="w" for="ch" forName="preLine1" refType="w" fact="0.11"/>
                            <dgm:constr type="w" for="ch" forName="desTx1" refType="w" fact="0.78"/>
                          </dgm:constrLst>
                        </dgm:else>
                      </dgm:choose>
                      <dgm:layoutNode name="anchor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1" moveWith="desTx1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1" styleLbl="parChTrans1D1" moveWith="desTx1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1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25">
                        <dgm:if name="Name26" axis="root ch" ptType="all node" func="cnt" op="gte" val="2">
                          <dgm:layoutNode name="postLine1" styleLbl="parChTrans1D1" moveWith="desTx1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27"/>
                      </dgm:choose>
                    </dgm:layoutNode>
                  </dgm:forEach>
                  <dgm:choose name="Name28">
                    <dgm:if name="Name29" axis="root ch" ptType="all node" func="cnt" op="gte" val="2">
                      <dgm:forEach name="Name30" axis="self" ptType="parTrans">
                        <dgm:layoutNode name="Name31" styleLbl="parChTrans1D1">
                          <dgm:choose name="Name32">
                            <dgm:if name="Name3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2"/>
                                <dgm:param type="endSty" val="noArr"/>
                                <dgm:param type="dstNode" val="anchor1"/>
                              </dgm:alg>
                            </dgm:if>
                            <dgm:else name="Name3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2"/>
                                <dgm:param type="dstNode" val="anchor1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35"/>
                  </dgm:choose>
                </dgm:forEach>
              </dgm:layoutNode>
              <dgm:choose name="Name36">
                <dgm:if name="Name37" axis="root ch" ptType="all node" func="cnt" op="gte" val="2">
                  <dgm:layoutNode name="spPost1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38"/>
              </dgm:choose>
            </dgm:if>
            <dgm:else name="Name39"/>
          </dgm:choose>
        </dgm:if>
        <dgm:if name="Name40" axis="self" ptType="node" func="pos" op="equ" val="2">
          <dgm:layoutNode name="parTx2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41">
            <dgm:if name="Name42" axis="ch" ptType="node" func="cnt" op="gte" val="1">
              <dgm:layoutNode name="spPre2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2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2" refType="w" fact="0.77"/>
                  <dgm:constr type="w" for="ch" forName="top2" refType="w" refFor="ch" refForName="txAndLines2" fact="0.78"/>
                </dgm:constrLst>
                <dgm:forEach name="Name43" axis="ch">
                  <dgm:forEach name="Name44" axis="self" ptType="parTrans">
                    <dgm:layoutNode name="Name45" styleLbl="parChTrans1D1">
                      <dgm:choose name="Name46">
                        <dgm:if name="Name4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2"/>
                          </dgm:alg>
                        </dgm:if>
                        <dgm:else name="Name4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2"/>
                            <dgm:param type="dstNode" val="anchor2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49" axis="self" ptType="node">
                    <dgm:choose name="Name50">
                      <dgm:if name="Name51" axis="par ch" ptType="node node" func="cnt" op="equ" val="1">
                        <dgm:layoutNode name="top2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52"/>
                    </dgm:choose>
                    <dgm:layoutNode name="txAndLines2">
                      <dgm:choose name="Name53">
                        <dgm:if name="Name54" func="var" arg="dir" op="equ" val="norm">
                          <dgm:alg type="lin"/>
                        </dgm:if>
                        <dgm:else name="Name5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56">
                        <dgm:if name="Name57" axis="root ch" ptType="all node" func="cnt" op="gte" val="3">
                          <dgm:constrLst>
                            <dgm:constr type="w" for="ch" forName="anchor2" refType="w"/>
                            <dgm:constr type="w" for="ch" forName="backup2" refType="w" fact="-1"/>
                            <dgm:constr type="w" for="ch" forName="preLine2" refType="w" fact="0.11"/>
                            <dgm:constr type="w" for="ch" forName="desTx2" refType="w" fact="0.78"/>
                            <dgm:constr type="w" for="ch" forName="postLine2" refType="w" fact="0.11"/>
                          </dgm:constrLst>
                        </dgm:if>
                        <dgm:else name="Name58">
                          <dgm:constrLst>
                            <dgm:constr type="w" for="ch" forName="anchor2" refType="w" fact="0.89"/>
                            <dgm:constr type="w" for="ch" forName="backup2" refType="w" fact="-0.89"/>
                            <dgm:constr type="w" for="ch" forName="preLine2" refType="w" fact="0.11"/>
                            <dgm:constr type="w" for="ch" forName="desTx2" refType="w" fact="0.78"/>
                          </dgm:constrLst>
                        </dgm:else>
                      </dgm:choose>
                      <dgm:layoutNode name="anchor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2" moveWith="desTx2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2" styleLbl="parChTrans1D1" moveWith="desTx2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2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59">
                        <dgm:if name="Name60" axis="root ch" ptType="all node" func="cnt" op="gte" val="3">
                          <dgm:layoutNode name="postLine2" styleLbl="parChTrans1D1" moveWith="desTx2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61"/>
                      </dgm:choose>
                    </dgm:layoutNode>
                  </dgm:forEach>
                  <dgm:choose name="Name62">
                    <dgm:if name="Name63" axis="root ch" ptType="all node" func="cnt" op="gte" val="3">
                      <dgm:forEach name="Name64" axis="self" ptType="parTrans">
                        <dgm:layoutNode name="Name65" styleLbl="parChTrans1D1">
                          <dgm:choose name="Name66">
                            <dgm:if name="Name67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3"/>
                                <dgm:param type="endSty" val="noArr"/>
                                <dgm:param type="dstNode" val="anchor2"/>
                              </dgm:alg>
                            </dgm:if>
                            <dgm:else name="Name68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3"/>
                                <dgm:param type="dstNode" val="anchor2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69"/>
                  </dgm:choose>
                </dgm:forEach>
              </dgm:layoutNode>
              <dgm:choose name="Name70">
                <dgm:if name="Name71" axis="root ch" ptType="all node" func="cnt" op="gte" val="3">
                  <dgm:layoutNode name="spPost2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72"/>
              </dgm:choose>
            </dgm:if>
            <dgm:else name="Name73"/>
          </dgm:choose>
        </dgm:if>
        <dgm:if name="Name74" axis="self" ptType="node" func="pos" op="equ" val="3">
          <dgm:layoutNode name="parTx3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75">
            <dgm:if name="Name76" axis="ch" ptType="node" func="cnt" op="gte" val="1">
              <dgm:layoutNode name="spPre3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3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3" refType="w" fact="0.77"/>
                  <dgm:constr type="w" for="ch" forName="top3" refType="w" refFor="ch" refForName="txAndLines3" fact="0.78"/>
                </dgm:constrLst>
                <dgm:forEach name="Name77" axis="ch">
                  <dgm:forEach name="Name78" axis="self" ptType="parTrans">
                    <dgm:layoutNode name="Name79" styleLbl="parChTrans1D1">
                      <dgm:choose name="Name80">
                        <dgm:if name="Name81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3"/>
                          </dgm:alg>
                        </dgm:if>
                        <dgm:else name="Name82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3"/>
                            <dgm:param type="dstNode" val="anchor3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83" axis="self" ptType="node">
                    <dgm:choose name="Name84">
                      <dgm:if name="Name85" axis="par ch" ptType="node node" func="cnt" op="equ" val="1">
                        <dgm:layoutNode name="top3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86"/>
                    </dgm:choose>
                    <dgm:layoutNode name="txAndLines3">
                      <dgm:choose name="Name87">
                        <dgm:if name="Name88" func="var" arg="dir" op="equ" val="norm">
                          <dgm:alg type="lin"/>
                        </dgm:if>
                        <dgm:else name="Name89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90">
                        <dgm:if name="Name91" axis="root ch" ptType="all node" func="cnt" op="gte" val="4">
                          <dgm:constrLst>
                            <dgm:constr type="w" for="ch" forName="anchor3" refType="w"/>
                            <dgm:constr type="w" for="ch" forName="backup3" refType="w" fact="-1"/>
                            <dgm:constr type="w" for="ch" forName="preLine3" refType="w" fact="0.11"/>
                            <dgm:constr type="w" for="ch" forName="desTx3" refType="w" fact="0.78"/>
                            <dgm:constr type="w" for="ch" forName="postLine3" refType="w" fact="0.11"/>
                          </dgm:constrLst>
                        </dgm:if>
                        <dgm:else name="Name92">
                          <dgm:constrLst>
                            <dgm:constr type="w" for="ch" forName="anchor3" refType="w" fact="0.89"/>
                            <dgm:constr type="w" for="ch" forName="backup3" refType="w" fact="-0.89"/>
                            <dgm:constr type="w" for="ch" forName="preLine3" refType="w" fact="0.11"/>
                            <dgm:constr type="w" for="ch" forName="desTx3" refType="w" fact="0.78"/>
                          </dgm:constrLst>
                        </dgm:else>
                      </dgm:choose>
                      <dgm:layoutNode name="anchor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3" moveWith="desTx3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3" styleLbl="parChTrans1D1" moveWith="desTx3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3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93">
                        <dgm:if name="Name94" axis="root ch" ptType="all node" func="cnt" op="gte" val="4">
                          <dgm:layoutNode name="postLine3" styleLbl="parChTrans1D1" moveWith="desTx3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95"/>
                      </dgm:choose>
                    </dgm:layoutNode>
                  </dgm:forEach>
                  <dgm:choose name="Name96">
                    <dgm:if name="Name97" axis="root ch" ptType="all node" func="cnt" op="gte" val="4">
                      <dgm:forEach name="Name98" axis="self" ptType="parTrans">
                        <dgm:layoutNode name="Name99" styleLbl="parChTrans1D1">
                          <dgm:choose name="Name100">
                            <dgm:if name="Name101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4"/>
                                <dgm:param type="endSty" val="noArr"/>
                                <dgm:param type="dstNode" val="anchor3"/>
                              </dgm:alg>
                            </dgm:if>
                            <dgm:else name="Name102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4"/>
                                <dgm:param type="dstNode" val="anchor3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03"/>
                  </dgm:choose>
                </dgm:forEach>
              </dgm:layoutNode>
              <dgm:choose name="Name104">
                <dgm:if name="Name105" axis="root ch" ptType="all node" func="cnt" op="gte" val="4">
                  <dgm:layoutNode name="spPost3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06"/>
              </dgm:choose>
            </dgm:if>
            <dgm:else name="Name107"/>
          </dgm:choose>
        </dgm:if>
        <dgm:if name="Name108" axis="self" ptType="node" func="pos" op="equ" val="4">
          <dgm:layoutNode name="parTx4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09">
            <dgm:if name="Name110" axis="ch" ptType="node" func="cnt" op="gte" val="1">
              <dgm:layoutNode name="spPre4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4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4" refType="w" fact="0.77"/>
                  <dgm:constr type="w" for="ch" forName="top4" refType="w" refFor="ch" refForName="txAndLines4" fact="0.78"/>
                </dgm:constrLst>
                <dgm:forEach name="Name111" axis="ch">
                  <dgm:forEach name="Name112" axis="self" ptType="parTrans">
                    <dgm:layoutNode name="Name113" styleLbl="parChTrans1D1">
                      <dgm:choose name="Name114">
                        <dgm:if name="Name115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4"/>
                          </dgm:alg>
                        </dgm:if>
                        <dgm:else name="Name116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4"/>
                            <dgm:param type="dstNode" val="anchor4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17" axis="self" ptType="node">
                    <dgm:choose name="Name118">
                      <dgm:if name="Name119" axis="par ch" ptType="node node" func="cnt" op="equ" val="1">
                        <dgm:layoutNode name="top4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20"/>
                    </dgm:choose>
                    <dgm:layoutNode name="txAndLines4">
                      <dgm:choose name="Name121">
                        <dgm:if name="Name122" func="var" arg="dir" op="equ" val="norm">
                          <dgm:alg type="lin"/>
                        </dgm:if>
                        <dgm:else name="Name123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24">
                        <dgm:if name="Name125" axis="root ch" ptType="all node" func="cnt" op="gte" val="5">
                          <dgm:constrLst>
                            <dgm:constr type="w" for="ch" forName="anchor4" refType="w"/>
                            <dgm:constr type="w" for="ch" forName="backup4" refType="w" fact="-1"/>
                            <dgm:constr type="w" for="ch" forName="preLine4" refType="w" fact="0.11"/>
                            <dgm:constr type="w" for="ch" forName="desTx4" refType="w" fact="0.78"/>
                            <dgm:constr type="w" for="ch" forName="postLine4" refType="w" fact="0.11"/>
                          </dgm:constrLst>
                        </dgm:if>
                        <dgm:else name="Name126">
                          <dgm:constrLst>
                            <dgm:constr type="w" for="ch" forName="anchor4" refType="w" fact="0.89"/>
                            <dgm:constr type="w" for="ch" forName="backup4" refType="w" fact="-0.89"/>
                            <dgm:constr type="w" for="ch" forName="preLine4" refType="w" fact="0.11"/>
                            <dgm:constr type="w" for="ch" forName="desTx4" refType="w" fact="0.78"/>
                          </dgm:constrLst>
                        </dgm:else>
                      </dgm:choose>
                      <dgm:layoutNode name="anchor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4" moveWith="desTx4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4" styleLbl="parChTrans1D1" moveWith="desTx4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4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27">
                        <dgm:if name="Name128" axis="root ch" ptType="all node" func="cnt" op="gte" val="5">
                          <dgm:layoutNode name="postLine4" styleLbl="parChTrans1D1" moveWith="desTx4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29"/>
                      </dgm:choose>
                    </dgm:layoutNode>
                  </dgm:forEach>
                  <dgm:choose name="Name130">
                    <dgm:if name="Name131" axis="root ch" ptType="all node" func="cnt" op="gte" val="5">
                      <dgm:forEach name="Name132" axis="self" ptType="parTrans">
                        <dgm:layoutNode name="Name133" styleLbl="parChTrans1D1">
                          <dgm:choose name="Name134">
                            <dgm:if name="Name135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5"/>
                                <dgm:param type="endSty" val="noArr"/>
                                <dgm:param type="dstNode" val="anchor4"/>
                              </dgm:alg>
                            </dgm:if>
                            <dgm:else name="Name136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5"/>
                                <dgm:param type="dstNode" val="anchor4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37"/>
                  </dgm:choose>
                </dgm:forEach>
              </dgm:layoutNode>
              <dgm:choose name="Name138">
                <dgm:if name="Name139" axis="root ch" ptType="all node" func="cnt" op="gte" val="5">
                  <dgm:layoutNode name="spPost4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40"/>
              </dgm:choose>
            </dgm:if>
            <dgm:else name="Name141"/>
          </dgm:choose>
        </dgm:if>
        <dgm:if name="Name142" axis="self" ptType="node" func="pos" op="equ" val="5">
          <dgm:layoutNode name="parTx5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43">
            <dgm:if name="Name144" axis="ch" ptType="node" func="cnt" op="gte" val="1">
              <dgm:layoutNode name="spPre5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5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5" refType="w" fact="0.77"/>
                  <dgm:constr type="w" for="ch" forName="top5" refType="w" refFor="ch" refForName="txAndLines5" fact="0.78"/>
                </dgm:constrLst>
                <dgm:forEach name="Name145" axis="ch">
                  <dgm:forEach name="Name146" axis="self" ptType="parTrans">
                    <dgm:layoutNode name="Name147" styleLbl="parChTrans1D1">
                      <dgm:choose name="Name148">
                        <dgm:if name="Name149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5"/>
                          </dgm:alg>
                        </dgm:if>
                        <dgm:else name="Name150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5"/>
                            <dgm:param type="dstNode" val="anchor5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51" axis="self" ptType="node">
                    <dgm:choose name="Name152">
                      <dgm:if name="Name153" axis="par ch" ptType="node node" func="cnt" op="equ" val="1">
                        <dgm:layoutNode name="top5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54"/>
                    </dgm:choose>
                    <dgm:layoutNode name="txAndLines5">
                      <dgm:choose name="Name155">
                        <dgm:if name="Name156" func="var" arg="dir" op="equ" val="norm">
                          <dgm:alg type="lin"/>
                        </dgm:if>
                        <dgm:else name="Name157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58">
                        <dgm:if name="Name159" axis="root ch" ptType="all node" func="cnt" op="gte" val="6">
                          <dgm:constrLst>
                            <dgm:constr type="w" for="ch" forName="anchor5" refType="w"/>
                            <dgm:constr type="w" for="ch" forName="backup5" refType="w" fact="-1"/>
                            <dgm:constr type="w" for="ch" forName="preLine5" refType="w" fact="0.11"/>
                            <dgm:constr type="w" for="ch" forName="desTx5" refType="w" fact="0.78"/>
                            <dgm:constr type="w" for="ch" forName="postLine5" refType="w" fact="0.11"/>
                          </dgm:constrLst>
                        </dgm:if>
                        <dgm:else name="Name160">
                          <dgm:constrLst>
                            <dgm:constr type="w" for="ch" forName="anchor5" refType="w" fact="0.89"/>
                            <dgm:constr type="w" for="ch" forName="backup5" refType="w" fact="-0.89"/>
                            <dgm:constr type="w" for="ch" forName="preLine5" refType="w" fact="0.11"/>
                            <dgm:constr type="w" for="ch" forName="desTx5" refType="w" fact="0.78"/>
                          </dgm:constrLst>
                        </dgm:else>
                      </dgm:choose>
                      <dgm:layoutNode name="anchor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5" moveWith="desTx5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5" styleLbl="parChTrans1D1" moveWith="desTx5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5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61">
                        <dgm:if name="Name162" axis="root ch" ptType="all node" func="cnt" op="gte" val="6">
                          <dgm:layoutNode name="postLine5" styleLbl="parChTrans1D1" moveWith="desTx5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63"/>
                      </dgm:choose>
                    </dgm:layoutNode>
                  </dgm:forEach>
                  <dgm:choose name="Name164">
                    <dgm:if name="Name165" axis="root ch" ptType="all node" func="cnt" op="gte" val="6">
                      <dgm:forEach name="Name166" axis="self" ptType="parTrans">
                        <dgm:layoutNode name="Name167" styleLbl="parChTrans1D1">
                          <dgm:choose name="Name168">
                            <dgm:if name="Name169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6"/>
                                <dgm:param type="endSty" val="noArr"/>
                                <dgm:param type="dstNode" val="anchor5"/>
                              </dgm:alg>
                            </dgm:if>
                            <dgm:else name="Name170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6"/>
                                <dgm:param type="dstNode" val="anchor5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171"/>
                  </dgm:choose>
                </dgm:forEach>
              </dgm:layoutNode>
              <dgm:choose name="Name172">
                <dgm:if name="Name173" axis="root ch" ptType="all node" func="cnt" op="gte" val="6">
                  <dgm:layoutNode name="spPost5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174"/>
              </dgm:choose>
            </dgm:if>
            <dgm:else name="Name175"/>
          </dgm:choose>
        </dgm:if>
        <dgm:if name="Name176" axis="self" ptType="node" func="pos" op="equ" val="6">
          <dgm:layoutNode name="parTx6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177">
            <dgm:if name="Name178" axis="ch" ptType="node" func="cnt" op="gte" val="1">
              <dgm:layoutNode name="spPre6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6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6" refType="w" fact="0.77"/>
                  <dgm:constr type="w" for="ch" forName="top6" refType="w" refFor="ch" refForName="txAndLines6" fact="0.78"/>
                </dgm:constrLst>
                <dgm:forEach name="Name179" axis="ch">
                  <dgm:forEach name="Name180" axis="self" ptType="parTrans">
                    <dgm:layoutNode name="Name181" styleLbl="parChTrans1D1">
                      <dgm:choose name="Name182">
                        <dgm:if name="Name183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6"/>
                          </dgm:alg>
                        </dgm:if>
                        <dgm:else name="Name184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6"/>
                            <dgm:param type="dstNode" val="anchor6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185" axis="self" ptType="node">
                    <dgm:choose name="Name186">
                      <dgm:if name="Name187" axis="par ch" ptType="node node" func="cnt" op="equ" val="1">
                        <dgm:layoutNode name="top6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188"/>
                    </dgm:choose>
                    <dgm:layoutNode name="txAndLines6">
                      <dgm:choose name="Name189">
                        <dgm:if name="Name190" func="var" arg="dir" op="equ" val="norm">
                          <dgm:alg type="lin"/>
                        </dgm:if>
                        <dgm:else name="Name191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hoose name="Name192">
                        <dgm:if name="Name193" axis="root ch" ptType="all node" func="cnt" op="gte" val="7">
                          <dgm:constrLst>
                            <dgm:constr type="w" for="ch" forName="anchor6" refType="w"/>
                            <dgm:constr type="w" for="ch" forName="backup6" refType="w" fact="-1"/>
                            <dgm:constr type="w" for="ch" forName="preLine6" refType="w" fact="0.11"/>
                            <dgm:constr type="w" for="ch" forName="desTx6" refType="w" fact="0.78"/>
                            <dgm:constr type="w" for="ch" forName="postLine6" refType="w" fact="0.11"/>
                          </dgm:constrLst>
                        </dgm:if>
                        <dgm:else name="Name194">
                          <dgm:constrLst>
                            <dgm:constr type="w" for="ch" forName="anchor6" refType="w" fact="0.89"/>
                            <dgm:constr type="w" for="ch" forName="backup6" refType="w" fact="-0.89"/>
                            <dgm:constr type="w" for="ch" forName="preLine6" refType="w" fact="0.11"/>
                            <dgm:constr type="w" for="ch" forName="desTx6" refType="w" fact="0.78"/>
                          </dgm:constrLst>
                        </dgm:else>
                      </dgm:choose>
                      <dgm:layoutNode name="anchor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6" moveWith="desTx6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6" styleLbl="parChTrans1D1" moveWith="desTx6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6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  <dgm:choose name="Name195">
                        <dgm:if name="Name196" axis="root ch" ptType="all node" func="cnt" op="gte" val="7">
                          <dgm:layoutNode name="postLine6" styleLbl="parChTrans1D1" moveWith="desTx6">
                            <dgm:alg type="sp"/>
                            <dgm:shape xmlns:r="http://schemas.openxmlformats.org/officeDocument/2006/relationships" type="line" r:blip="">
                              <dgm:adjLst/>
                            </dgm:shape>
                            <dgm:presOf/>
                          </dgm:layoutNode>
                        </dgm:if>
                        <dgm:else name="Name197"/>
                      </dgm:choose>
                    </dgm:layoutNode>
                  </dgm:forEach>
                  <dgm:choose name="Name198">
                    <dgm:if name="Name199" axis="root ch" ptType="all node" func="cnt" op="gte" val="7">
                      <dgm:forEach name="Name200" axis="self" ptType="parTrans">
                        <dgm:layoutNode name="Name201" styleLbl="parChTrans1D1">
                          <dgm:choose name="Name202">
                            <dgm:if name="Name203" func="var" arg="dir" op="equ" val="norm">
                              <dgm:alg type="conn">
                                <dgm:param type="dim" val="1D"/>
                                <dgm:param type="begPts" val="midL"/>
                                <dgm:param type="srcNode" val="parTx7"/>
                                <dgm:param type="endSty" val="noArr"/>
                                <dgm:param type="dstNode" val="anchor6"/>
                              </dgm:alg>
                            </dgm:if>
                            <dgm:else name="Name204">
                              <dgm:alg type="conn">
                                <dgm:param type="dim" val="1D"/>
                                <dgm:param type="begPts" val="midR"/>
                                <dgm:param type="endSty" val="noArr"/>
                                <dgm:param type="srcNode" val="parTx7"/>
                                <dgm:param type="dstNode" val="anchor6"/>
                              </dgm:alg>
                            </dgm:else>
                          </dgm:choose>
                          <dgm:shape xmlns:r="http://schemas.openxmlformats.org/officeDocument/2006/relationships" type="conn" r:blip="">
                            <dgm:adjLst/>
                          </dgm:shape>
                          <dgm:presOf/>
                          <dgm:constrLst>
                            <dgm:constr type="connDist"/>
                            <dgm:constr type="begPad" refType="connDist" fact="0.11"/>
                            <dgm:constr type="endPad"/>
                          </dgm:constrLst>
                        </dgm:layoutNode>
                      </dgm:forEach>
                    </dgm:if>
                    <dgm:else name="Name205"/>
                  </dgm:choose>
                </dgm:forEach>
              </dgm:layoutNode>
              <dgm:choose name="Name206">
                <dgm:if name="Name207" axis="root ch" ptType="all node" func="cnt" op="gte" val="7">
                  <dgm:layoutNode name="spPost6">
                    <dgm:alg type="sp"/>
                    <dgm:shape xmlns:r="http://schemas.openxmlformats.org/officeDocument/2006/relationships" r:blip="">
                      <dgm:adjLst/>
                    </dgm:shape>
                  </dgm:layoutNode>
                </dgm:if>
                <dgm:else name="Name208"/>
              </dgm:choose>
            </dgm:if>
            <dgm:else name="Name209"/>
          </dgm:choose>
        </dgm:if>
        <dgm:if name="Name210" axis="self" ptType="node" func="pos" op="equ" val="7">
          <dgm:layoutNode name="parTx7" styleLbl="node1">
            <dgm:alg type="tx"/>
            <dgm:shape xmlns:r="http://schemas.openxmlformats.org/officeDocument/2006/relationships" type="ellipse" r:blip="">
              <dgm:adjLst/>
            </dgm:shape>
            <dgm:presOf axis="self" ptType="node"/>
            <dgm:constrLst>
              <dgm:constr type="h" refType="w"/>
              <dgm:constr type="w" refType="h" op="lte"/>
              <dgm:constr type="tMarg"/>
              <dgm:constr type="bMarg"/>
              <dgm:constr type="lMarg"/>
              <dgm:constr type="rMarg"/>
            </dgm:constrLst>
            <dgm:ruleLst>
              <dgm:rule type="primFontSz" val="5" fact="NaN" max="NaN"/>
            </dgm:ruleLst>
          </dgm:layoutNode>
          <dgm:choose name="Name211">
            <dgm:if name="Name212" axis="ch" ptType="node" func="cnt" op="gte" val="1">
              <dgm:layoutNode name="spPre7">
                <dgm:alg type="sp"/>
                <dgm:shape xmlns:r="http://schemas.openxmlformats.org/officeDocument/2006/relationships" r:blip="">
                  <dgm:adjLst/>
                </dgm:shape>
              </dgm:layoutNode>
              <dgm:layoutNode name="chLin7">
                <dgm:alg type="lin">
                  <dgm:param type="linDir" val="fromT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txAndLines7" refType="w" fact="0.77"/>
                  <dgm:constr type="w" for="ch" forName="top7" refType="w" refFor="ch" refForName="txAndLines7" fact="0.78"/>
                </dgm:constrLst>
                <dgm:forEach name="Name213" axis="ch">
                  <dgm:forEach name="Name214" axis="self" ptType="parTrans">
                    <dgm:layoutNode name="Name215" styleLbl="parChTrans1D1">
                      <dgm:choose name="Name216">
                        <dgm:if name="Name217" func="var" arg="dir" op="equ" val="norm">
                          <dgm:alg type="conn">
                            <dgm:param type="dim" val="1D"/>
                            <dgm:param type="begPts" val="midR"/>
                            <dgm:param type="endSty" val="noArr"/>
                            <dgm:param type="dstNode" val="anchor7"/>
                          </dgm:alg>
                        </dgm:if>
                        <dgm:else name="Name218">
                          <dgm:alg type="conn">
                            <dgm:param type="dim" val="1D"/>
                            <dgm:param type="begPts" val="midL"/>
                            <dgm:param type="endSty" val="noArr"/>
                            <dgm:param type="srcNode" val="parTx7"/>
                            <dgm:param type="dstNode" val="anchor7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/>
                      <dgm:constrLst>
                        <dgm:constr type="connDist"/>
                        <dgm:constr type="begPad" refType="connDist" fact="0.11"/>
                        <dgm:constr type="endPad"/>
                      </dgm:constrLst>
                    </dgm:layoutNode>
                  </dgm:forEach>
                  <dgm:forEach name="Name219" axis="self" ptType="node">
                    <dgm:choose name="Name220">
                      <dgm:if name="Name221" axis="par ch" ptType="node node" func="cnt" op="equ" val="1">
                        <dgm:layoutNode name="top7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constrLst>
                            <dgm:constr type="h" refType="w" fact="0.6"/>
                          </dgm:constrLst>
                        </dgm:layoutNode>
                      </dgm:if>
                      <dgm:else name="Name222"/>
                    </dgm:choose>
                    <dgm:layoutNode name="txAndLines7">
                      <dgm:choose name="Name223">
                        <dgm:if name="Name224" func="var" arg="dir" op="equ" val="norm">
                          <dgm:alg type="lin"/>
                        </dgm:if>
                        <dgm:else name="Name225">
                          <dgm:alg type="lin">
                            <dgm:param type="linDir" val="from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>
                        <dgm:constr type="w" for="ch" forName="anchor7" refType="w" fact="0.89"/>
                        <dgm:constr type="w" for="ch" forName="backup7" refType="w" fact="-0.89"/>
                        <dgm:constr type="w" for="ch" forName="preLine7" refType="w" fact="0.11"/>
                        <dgm:constr type="w" for="ch" forName="desTx7" refType="w" fact="0.78"/>
                      </dgm:constrLst>
                      <dgm:layoutNode name="anchor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backup7" moveWith="desTx7">
                        <dgm:alg type="sp"/>
                        <dgm:shape xmlns:r="http://schemas.openxmlformats.org/officeDocument/2006/relationships" r:blip="">
                          <dgm:adjLst/>
                        </dgm:shape>
                      </dgm:layoutNode>
                      <dgm:layoutNode name="preLine7" styleLbl="parChTrans1D1" moveWith="desTx7">
                        <dgm:alg type="sp"/>
                        <dgm:shape xmlns:r="http://schemas.openxmlformats.org/officeDocument/2006/relationships" type="line" r:blip="">
                          <dgm:adjLst/>
                        </dgm:shape>
                        <dgm:presOf/>
                      </dgm:layoutNode>
                      <dgm:layoutNode name="desTx7" styleLbl="revTx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ect" r:blip="" hideGeom="1">
                          <dgm:adjLst/>
                        </dgm:shape>
                        <dgm:presOf axis="desOrSelf" ptType="node"/>
                        <dgm:constrLst>
                          <dgm:constr type="h" refType="w" fact="0.6"/>
                        </dgm:constrLst>
                        <dgm:ruleLst>
                          <dgm:rule type="primFontSz" val="5" fact="NaN" max="NaN"/>
                        </dgm:ruleLst>
                      </dgm:layoutNode>
                    </dgm:layoutNode>
                  </dgm:forEach>
                </dgm:forEach>
              </dgm:layoutNode>
            </dgm:if>
            <dgm:else name="Name226"/>
          </dgm:choose>
        </dgm:if>
        <dgm:else name="Name227"/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C917B24-294C-6376-5E54-ABC5F0AF05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A1462D-1EDE-4BA2-D53D-0EF579F5BB2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A99EDD-4014-4EEF-AEBE-2E7996BF03AC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1D12F-1FD7-24D2-B4B5-60C9C1B2485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C81420-789F-9C8B-F498-B465D72A595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E96190-25D4-499B-B4D0-A6F6631092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378678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E4334A-35F1-43CA-BDFB-7D581ABCF894}" type="datetimeFigureOut">
              <a:rPr lang="en-IN" smtClean="0"/>
              <a:t>17-04-2026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2066D-6979-4EA7-99C2-22DE07E422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974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BD5BA-1A5E-E463-BAA3-9B726F7C0E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CDFBEC-3021-DAD5-DE00-BB2C8583A2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823CB2-75AD-C516-268D-5E0C784D9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739A30-FD0A-455E-853A-8C144D30A802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527BB9-B330-804C-32C4-FFF405A66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00AE5-C6F9-367F-EE7F-6326618F03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AF90-B95C-4DB2-AF06-DC4766EB1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2864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D5B4D-24E9-E7FF-B5A7-D2AB9CF52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7AE1A7-BA21-3B64-0BA3-8217CFC9E7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D6BFA7-21B7-9B8B-6646-4335A89A2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417831-3251-46F8-A739-491CFD83A106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E85F9-2925-6FC3-5FA6-CFFBD17D9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07B9B-E82E-243D-5F19-8ABD6C958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AF90-B95C-4DB2-AF06-DC4766EB1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391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C3261-ACF2-2F89-44AC-14F7AD0B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E39FB0-3878-0C94-67BC-26C620BA6C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92E65-280E-3DCF-5783-FF1932CDE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98A81-3572-40E6-9BE2-DCD09DE068F7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5072CA-5AC4-6505-AD11-D985BCC0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43C5F-2B33-74F8-3F5D-FF4D526E8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AF90-B95C-4DB2-AF06-DC4766EB1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155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82CFF-87DF-4424-8E5D-2FD048861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5791D0-720A-B58D-1F76-07D484133E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D05CD7-F7C4-639B-4C27-E48F5E96B4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F4CAE3-FC89-E77C-45D7-DE1B62F6D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D0786-555A-4B9C-84FE-D19E0F8AC6FC}" type="datetime1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B8A22-AD67-DFDF-8086-C65DC88CE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7AC623-CB7C-0CA5-78D8-340865486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AF90-B95C-4DB2-AF06-DC4766EB1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8467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8C69C-B2FC-49B0-C757-CC2A043C4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F8403E-D354-4F70-539C-D619B9427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6FFB8C-BB63-38A8-DAD0-D9523D1C95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3C64F3-F44D-BD5E-B47D-94E47CB1D3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D579CE-C355-DF48-D042-DE5B90B8F9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35CD4-B5B8-5749-6986-711621ED2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C2097-B180-4061-AC4E-A7333B5F25F9}" type="datetime1">
              <a:rPr lang="en-IN" smtClean="0"/>
              <a:t>17-04-2026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752A88-91E6-FCE1-C1C0-AC353A530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020420-41C5-4CC6-5803-32BF8C35D7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AF90-B95C-4DB2-AF06-DC4766EB1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073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DC50F-A816-56CB-2DD3-4D3038A9D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9FC7A4-2F17-D881-20D7-221F0863E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692ED-68D5-47A9-960E-4C7FE0510F28}" type="datetime1">
              <a:rPr lang="en-IN" smtClean="0"/>
              <a:t>17-04-2026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B00F39-7CC8-FA4F-717C-12383EA06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C8196-C340-1FE8-1CDB-A356C943D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AF90-B95C-4DB2-AF06-DC4766EB1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80163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691AE9-DDC7-1160-81CD-3385CCC478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FD176E-55EB-454F-974A-6C04F18803BB}" type="datetime1">
              <a:rPr lang="en-IN" smtClean="0"/>
              <a:t>17-04-2026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A0BA3F2-1AFA-63B8-18D0-7C6725A2F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AED6D1-C750-070A-CC03-AADFDAD40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AF90-B95C-4DB2-AF06-DC4766EB1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28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36314-F3CE-879E-A773-6BB91A231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83B173-94A9-AD91-0C0A-C84BDA67F1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B5C8D3-3631-ACD0-39AA-081D285B04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29497-EA00-467E-3A67-01F899238A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3FAFEA-7132-45D6-ADA9-0B2C2DE14A93}" type="datetime1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FD23B8-3E8B-AE78-3125-1D241E369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797F86-1FBB-30FB-38F7-7F3AE29CB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AF90-B95C-4DB2-AF06-DC4766EB1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8495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1C406-78B8-A2A9-E573-52F82F7E0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40F974-127A-BC3C-9137-76FF9C4E304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4F050F-000E-EADE-53AB-ACF3A1C68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0F70E8-13AA-6BC2-C686-5926E3A793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F0A3A-3B77-41D6-B540-B69A4C810483}" type="datetime1">
              <a:rPr lang="en-IN" smtClean="0"/>
              <a:t>17-04-2026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DCAFF4-22D0-E779-945E-8DE68AF7B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EE5E9A-12CA-DE34-BEE6-239F9431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AF90-B95C-4DB2-AF06-DC4766EB1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3362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E4DE0-2C0F-EE41-9635-9FAC097EF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D1819-2576-2A60-5D41-3816438324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6BD7F8-1D33-FDDF-7010-E239BF7D0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BC561-17D3-4A0E-A0ED-98519FAEA158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46757-260D-FDC5-55F6-9591218CC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0BCEB-DE63-D7AF-FFBD-682528B257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AF90-B95C-4DB2-AF06-DC4766EB1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6552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1FF218-F78B-5D34-38B1-1407D89BF7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D72FD6-8238-3D1D-86AB-1DCC360C9F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0B7A0-3BC1-0D04-B5AF-7252B0717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D2436E-2BB9-4FBA-AFB6-19DC1FC637E2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68D1B1-BBF9-3495-2A4D-9ED9FB76E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85002-B88C-0B97-E413-20C1B60EE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6AF90-B95C-4DB2-AF06-DC4766EB1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8336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E51B08-8406-6FAD-72F7-8FB115E51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2A13ED-E3B0-18EA-4681-5E2A350FB8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3F7A4-A3DA-7670-5B5E-A0D481310C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1C95B70-CB12-4438-B319-D1EC274A25A4}" type="datetime1">
              <a:rPr lang="en-IN" smtClean="0"/>
              <a:t>17-04-2026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8EED8-3079-24E9-95C3-645FFCE09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869FB8-B55E-B63F-D823-86D550D935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56AF90-B95C-4DB2-AF06-DC4766EB1E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1819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EFF63FC-DF3E-B836-E5E3-10C8B90FBE3D}"/>
              </a:ext>
            </a:extLst>
          </p:cNvPr>
          <p:cNvSpPr/>
          <p:nvPr/>
        </p:nvSpPr>
        <p:spPr>
          <a:xfrm>
            <a:off x="0" y="2514289"/>
            <a:ext cx="12192000" cy="1175872"/>
          </a:xfrm>
          <a:prstGeom prst="rect">
            <a:avLst/>
          </a:prstGeom>
          <a:solidFill>
            <a:srgbClr val="082532"/>
          </a:solidFill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3020D5-B97F-C364-2BAA-691CB6A01549}"/>
              </a:ext>
            </a:extLst>
          </p:cNvPr>
          <p:cNvSpPr txBox="1"/>
          <p:nvPr/>
        </p:nvSpPr>
        <p:spPr>
          <a:xfrm>
            <a:off x="0" y="2669206"/>
            <a:ext cx="12192000" cy="892552"/>
          </a:xfrm>
          <a:prstGeom prst="rect">
            <a:avLst/>
          </a:prstGeom>
          <a:solidFill>
            <a:srgbClr val="082532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5200" b="1" dirty="0">
                <a:solidFill>
                  <a:schemeClr val="bg1"/>
                </a:solidFill>
                <a:latin typeface="Agency FB" panose="020B0503020202020204" pitchFamily="34" charset="0"/>
              </a:rPr>
              <a:t>WhisperComm: A Modern Communication Project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E4445EB-8C62-2DF7-FCAF-A489FE81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E088A-EE92-4018-A901-EB4B6217C3EE}" type="slidenum">
              <a:rPr lang="en-IN" smtClean="0"/>
              <a:t>1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40D68-F0D1-E966-289B-8A6A8118FD51}"/>
              </a:ext>
            </a:extLst>
          </p:cNvPr>
          <p:cNvSpPr txBox="1"/>
          <p:nvPr/>
        </p:nvSpPr>
        <p:spPr>
          <a:xfrm>
            <a:off x="-264556" y="3755775"/>
            <a:ext cx="1272111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dirty="0"/>
              <a:t>AI-Driven Speech Enhancement for AM Signals in Degraded Channels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87145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FA67A7-0C82-1B07-4A1B-AE3A2459C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PROBLEM &amp; OBJECTIVES</a:t>
            </a:r>
            <a:br>
              <a:rPr lang="en-US" sz="4000" b="1">
                <a:solidFill>
                  <a:srgbClr val="FFFFFF"/>
                </a:solidFill>
              </a:rPr>
            </a:br>
            <a:endParaRPr lang="en-IN" sz="400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539904-769F-1F98-C3CD-3AE7D19C0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B56AF90-B95C-4DB2-AF06-DC4766EB1EB1}" type="slidenum">
              <a:rPr lang="en-IN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IN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D214AB14-416B-340D-7D23-35C5AD00ADB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2741129"/>
              </p:ext>
            </p:extLst>
          </p:nvPr>
        </p:nvGraphicFramePr>
        <p:xfrm>
          <a:off x="4487451" y="164892"/>
          <a:ext cx="7369769" cy="60394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49444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D353C0-8DF8-3DF5-728F-147C5038A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286" y="645054"/>
            <a:ext cx="3374136" cy="5567891"/>
          </a:xfrm>
        </p:spPr>
        <p:txBody>
          <a:bodyPr>
            <a:normAutofit/>
          </a:bodyPr>
          <a:lstStyle/>
          <a:p>
            <a:r>
              <a:rPr lang="en-IN" sz="5200" b="1" dirty="0"/>
              <a:t>THE THREE PILLARS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226F8CA-4FF0-BCAD-4EB3-43DAB1A18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B56AF90-B95C-4DB2-AF06-DC4766EB1EB1}" type="slidenum">
              <a:rPr lang="en-IN" smtClean="0"/>
              <a:pPr>
                <a:spcAft>
                  <a:spcPts val="600"/>
                </a:spcAft>
              </a:pPr>
              <a:t>3</a:t>
            </a:fld>
            <a:endParaRPr lang="en-IN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8C94B62-149B-0274-F767-606DD1A70A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690719"/>
              </p:ext>
            </p:extLst>
          </p:nvPr>
        </p:nvGraphicFramePr>
        <p:xfrm>
          <a:off x="4024709" y="508529"/>
          <a:ext cx="8029031" cy="5567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60857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34CD4E-139B-2FB3-81ED-0E80B2D1FA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IN" sz="5200" b="1"/>
              <a:t>METHODOLOGY OVERVIEW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F512A7-571D-55AF-5AEC-0E0FAAA32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B56AF90-B95C-4DB2-AF06-DC4766EB1EB1}" type="slidenum">
              <a:rPr lang="en-IN" smtClean="0"/>
              <a:pPr>
                <a:spcAft>
                  <a:spcPts val="600"/>
                </a:spcAft>
              </a:pPr>
              <a:t>4</a:t>
            </a:fld>
            <a:endParaRPr lang="en-IN"/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3D74E40C-BFEC-8B79-8F0E-6B489327C9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2112376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9250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B4256F-A759-E86A-A953-F97C93386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IN" sz="4000" b="1">
                <a:solidFill>
                  <a:srgbClr val="FFFFFF"/>
                </a:solidFill>
              </a:rPr>
              <a:t>SIGNAL PROCESSING WORKFLOW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BF011E-51B7-6F6D-8FA2-1C9D32A3BA4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</p:spPr>
            <p:txBody>
              <a:bodyPr anchor="ctr">
                <a:norm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IN" sz="2000" b="1" dirty="0"/>
                  <a:t>AM Modulation:</a:t>
                </a:r>
                <a:r>
                  <a:rPr lang="en-IN" sz="2000" dirty="0"/>
                  <a:t> generates the carrier-modulated signal.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000" b="1" dirty="0"/>
                  <a:t>Noise Generation:</a:t>
                </a:r>
                <a:r>
                  <a:rPr lang="en-IN" sz="2000" dirty="0"/>
                  <a:t> Pink noise synthesized via spectral shaping to reflect real-world interference.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000" b="1" dirty="0"/>
                  <a:t>Channel Simulation:</a:t>
                </a:r>
                <a:r>
                  <a:rPr lang="en-IN" sz="2000" dirty="0"/>
                  <a:t> Noise power adjusted to achieve exact SNR levels.</a:t>
                </a:r>
                <a:endParaRPr lang="en-IN" sz="2000" b="1" dirty="0"/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000" b="1" dirty="0"/>
                  <a:t>Demodulation:</a:t>
                </a:r>
                <a:endParaRPr lang="en-IN" sz="2000" dirty="0"/>
              </a:p>
              <a:p>
                <a:pPr lvl="1"/>
                <a:r>
                  <a:rPr lang="en-IN" sz="2000" dirty="0"/>
                  <a:t>Rectifier: </a:t>
                </a:r>
                <a14:m>
                  <m:oMath xmlns:m="http://schemas.openxmlformats.org/officeDocument/2006/math">
                    <m:r>
                      <a:rPr lang="en-IN" sz="2000">
                        <a:latin typeface="Cambria Math" panose="02040503050406030204" pitchFamily="18" charset="0"/>
                      </a:rPr>
                      <m:t>∣</m:t>
                    </m:r>
                    <m:r>
                      <a:rPr lang="en-IN" sz="2000" i="1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ar-AE" sz="2000">
                        <a:latin typeface="Cambria Math" panose="02040503050406030204" pitchFamily="18" charset="0"/>
                      </a:rPr>
                      <m:t>∣</m:t>
                    </m:r>
                  </m:oMath>
                </a14:m>
                <a:endParaRPr lang="ar-AE" sz="2000" dirty="0"/>
              </a:p>
              <a:p>
                <a:pPr lvl="1"/>
                <a:r>
                  <a:rPr lang="en-IN" sz="2000" dirty="0"/>
                  <a:t>Low-pass filter (Butterworth, 3800 Hz cutoff) extracts envelope.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IN" sz="2000" b="1" dirty="0"/>
                  <a:t>Result:</a:t>
                </a:r>
                <a:r>
                  <a:rPr lang="en-IN" sz="2000" dirty="0"/>
                  <a:t> A noisy baseline audio stream resembling real degraded AM speech.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3BF011E-51B7-6F6D-8FA2-1C9D32A3BA4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71599" y="2318197"/>
                <a:ext cx="9724031" cy="3683358"/>
              </a:xfrm>
              <a:blipFill>
                <a:blip r:embed="rId2"/>
                <a:stretch>
                  <a:fillRect l="-690" r="-75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01F4E-5686-72F5-824A-F38773CD4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431"/>
            <a:ext cx="445913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B56AF90-B95C-4DB2-AF06-DC4766EB1EB1}" type="slidenum">
              <a:rPr lang="en-IN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5</a:t>
            </a:fld>
            <a:endParaRPr lang="en-IN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12131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D0E740-847E-D490-4F7E-8E3BFA44F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67" y="1703960"/>
            <a:ext cx="3838606" cy="2396359"/>
          </a:xfrm>
        </p:spPr>
        <p:txBody>
          <a:bodyPr anchor="b">
            <a:normAutofit/>
          </a:bodyPr>
          <a:lstStyle/>
          <a:p>
            <a:pPr algn="r"/>
            <a:r>
              <a:rPr lang="en-IN" sz="3600" b="1">
                <a:solidFill>
                  <a:srgbClr val="FFFFFF"/>
                </a:solidFill>
              </a:rPr>
              <a:t>IMPLEMENTATION SETUP</a:t>
            </a:r>
            <a:br>
              <a:rPr lang="en-IN" sz="3600" b="1">
                <a:solidFill>
                  <a:srgbClr val="FFFFFF"/>
                </a:solidFill>
              </a:rPr>
            </a:br>
            <a:endParaRPr lang="en-IN" sz="360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BF1257-C362-7CC7-0037-782B4B293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B56AF90-B95C-4DB2-AF06-DC4766EB1EB1}" type="slidenum">
              <a:rPr lang="en-IN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6</a:t>
            </a:fld>
            <a:endParaRPr lang="en-IN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1F7EFD17-313A-8D68-E8C7-09298D2260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67269798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121190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77F094-FCAD-6BEF-BA86-E2E7C7D9F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Autofit/>
          </a:bodyPr>
          <a:lstStyle/>
          <a:p>
            <a:pPr algn="ctr"/>
            <a:r>
              <a:rPr lang="en-IN" b="1" dirty="0"/>
              <a:t>AI MODELS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F8A6AF-C0C7-4F92-3901-3863058FE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B56AF90-B95C-4DB2-AF06-DC4766EB1EB1}" type="slidenum">
              <a:rPr lang="en-IN" smtClean="0"/>
              <a:pPr>
                <a:spcAft>
                  <a:spcPts val="600"/>
                </a:spcAft>
              </a:pPr>
              <a:t>7</a:t>
            </a:fld>
            <a:endParaRPr lang="en-IN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061EE1C-2430-AE82-6102-351C5C6B2F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1321557"/>
              </p:ext>
            </p:extLst>
          </p:nvPr>
        </p:nvGraphicFramePr>
        <p:xfrm>
          <a:off x="532499" y="1259174"/>
          <a:ext cx="11123951" cy="50416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2738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CC231C8-C761-4B31-9B1C-C6D19248C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1A0F18-F731-42C4-70A3-9D1A53C7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3374136" cy="5567891"/>
          </a:xfrm>
        </p:spPr>
        <p:txBody>
          <a:bodyPr>
            <a:normAutofit/>
          </a:bodyPr>
          <a:lstStyle/>
          <a:p>
            <a:r>
              <a:rPr lang="en-IN" b="1" dirty="0"/>
              <a:t>SIMULATION CODE SNIPPET</a:t>
            </a:r>
            <a:br>
              <a:rPr lang="en-IN" b="1" dirty="0"/>
            </a:b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01C88-0384-C64B-B6D9-6AF693617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B56AF90-B95C-4DB2-AF06-DC4766EB1EB1}" type="slidenum">
              <a:rPr lang="en-IN" smtClean="0"/>
              <a:pPr>
                <a:spcAft>
                  <a:spcPts val="600"/>
                </a:spcAft>
              </a:pPr>
              <a:t>8</a:t>
            </a:fld>
            <a:endParaRPr lang="en-IN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FA59BF8D-069E-5EDB-92FF-EEFD6C00DF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3142425"/>
              </p:ext>
            </p:extLst>
          </p:nvPr>
        </p:nvGraphicFramePr>
        <p:xfrm>
          <a:off x="5093208" y="620392"/>
          <a:ext cx="626364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17928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70E874-0125-E53A-D8D7-9DCFE1CC1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en-IN" sz="5200" b="1"/>
              <a:t>SPECTROGRAM EVIDENCE (NOISY)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99188-6681-7512-1972-FDB00F9DC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B56AF90-B95C-4DB2-AF06-DC4766EB1EB1}" type="slidenum">
              <a:rPr lang="en-IN" smtClean="0"/>
              <a:pPr>
                <a:spcAft>
                  <a:spcPts val="600"/>
                </a:spcAft>
              </a:pPr>
              <a:t>9</a:t>
            </a:fld>
            <a:endParaRPr lang="en-IN"/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B1C76E57-C857-F8C2-C932-679B382CAC7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302007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81691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1" name="Rectangle 30">
            <a:extLst>
              <a:ext uri="{FF2B5EF4-FFF2-40B4-BE49-F238E27FC236}">
                <a16:creationId xmlns:a16="http://schemas.microsoft.com/office/drawing/2014/main" id="{81E1224E-6618-482E-BE87-321A7FC1CD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091726-5D5F-38EB-759B-09F943BE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234" y="957447"/>
            <a:ext cx="3383280" cy="4943105"/>
          </a:xfrm>
        </p:spPr>
        <p:txBody>
          <a:bodyPr anchor="ctr">
            <a:normAutofit/>
          </a:bodyPr>
          <a:lstStyle/>
          <a:p>
            <a:r>
              <a:rPr lang="en-IN" sz="3400" b="1"/>
              <a:t>SPECTROGRAM EVIDENCE (ENHANCED)</a:t>
            </a:r>
            <a:br>
              <a:rPr lang="en-IN" sz="3400" b="1"/>
            </a:br>
            <a:endParaRPr lang="en-IN" sz="340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66346BE-FDB4-4772-A696-0719490ABD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8126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9234" y="6163056"/>
            <a:ext cx="338328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D10AD9-37B9-6FB6-B6D2-45CEC30B3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0536" y="6356350"/>
            <a:ext cx="249021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7B56AF90-B95C-4DB2-AF06-DC4766EB1EB1}" type="slidenum">
              <a:rPr lang="en-IN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10</a:t>
            </a:fld>
            <a:endParaRPr lang="en-IN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2F8B44F4-932B-672F-D1CA-3585F0D0D5F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37638"/>
              </p:ext>
            </p:extLst>
          </p:nvPr>
        </p:nvGraphicFramePr>
        <p:xfrm>
          <a:off x="4042514" y="209677"/>
          <a:ext cx="7729227" cy="5971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347865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29EDA0C-AA81-16E7-486B-D3D1CA45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95992"/>
            <a:ext cx="4195140" cy="5638831"/>
          </a:xfrm>
          <a:noFill/>
        </p:spPr>
        <p:txBody>
          <a:bodyPr anchor="ctr">
            <a:normAutofit/>
          </a:bodyPr>
          <a:lstStyle/>
          <a:p>
            <a:r>
              <a:rPr lang="en-US" sz="4800" b="1"/>
              <a:t>IMPLICATIONS &amp; LIMITATIONS</a:t>
            </a:r>
            <a:br>
              <a:rPr lang="en-US" sz="4800" b="1"/>
            </a:br>
            <a:endParaRPr lang="en-IN" sz="4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EB9F3-70EE-942B-5C7E-311F84C19D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09360"/>
            <a:ext cx="640080" cy="548640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7B56AF90-B95C-4DB2-AF06-DC4766EB1EB1}" type="slidenum">
              <a:rPr lang="en-IN">
                <a:solidFill>
                  <a:schemeClr val="tx1"/>
                </a:solidFill>
              </a:rPr>
              <a:pPr algn="ctr">
                <a:spcAft>
                  <a:spcPts val="600"/>
                </a:spcAft>
              </a:pPr>
              <a:t>11</a:t>
            </a:fld>
            <a:endParaRPr lang="en-IN">
              <a:solidFill>
                <a:schemeClr val="tx1"/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AC1CDD6-F69E-C9C1-0926-51E49B8287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588615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461639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15520DB-F960-4775-B29C-691D6E65A3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CF3E39-C342-4675-FD41-5535493442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510" y="547049"/>
            <a:ext cx="6220477" cy="1299028"/>
          </a:xfrm>
        </p:spPr>
        <p:txBody>
          <a:bodyPr>
            <a:normAutofit fontScale="90000"/>
          </a:bodyPr>
          <a:lstStyle/>
          <a:p>
            <a:r>
              <a:rPr lang="en-US" sz="3600" b="1" dirty="0"/>
              <a:t>CONCLUSION &amp; FUTURE WORK</a:t>
            </a:r>
            <a:br>
              <a:rPr lang="en-US" sz="3600" b="1" dirty="0"/>
            </a:br>
            <a:endParaRPr lang="en-IN" sz="3600" dirty="0"/>
          </a:p>
        </p:txBody>
      </p:sp>
      <p:pic>
        <p:nvPicPr>
          <p:cNvPr id="6" name="Picture 5" descr="Close-up of microphone head">
            <a:extLst>
              <a:ext uri="{FF2B5EF4-FFF2-40B4-BE49-F238E27FC236}">
                <a16:creationId xmlns:a16="http://schemas.microsoft.com/office/drawing/2014/main" id="{2D206113-446E-972B-2DD3-8D63A8878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149" r="28465" b="-1"/>
          <a:stretch>
            <a:fillRect/>
          </a:stretch>
        </p:blipFill>
        <p:spPr>
          <a:xfrm>
            <a:off x="-12651" y="10"/>
            <a:ext cx="4251960" cy="685799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CD84038B-4A56-439B-A184-79B2D45066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251960" y="1982602"/>
            <a:ext cx="7940040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CBAD7-3EAD-255A-FB1B-A9AF62E10A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510" y="2551558"/>
            <a:ext cx="5847780" cy="3347879"/>
          </a:xfrm>
        </p:spPr>
        <p:txBody>
          <a:bodyPr anchor="ctr">
            <a:normAutofit/>
          </a:bodyPr>
          <a:lstStyle/>
          <a:p>
            <a:r>
              <a:rPr lang="en-US" sz="1700" b="1" dirty="0"/>
              <a:t>Conclusion:</a:t>
            </a:r>
            <a:br>
              <a:rPr lang="en-US" sz="1700" dirty="0"/>
            </a:br>
            <a:r>
              <a:rPr lang="en-US" sz="1700" dirty="0"/>
              <a:t>The project proves AI-based denoising as a </a:t>
            </a:r>
            <a:r>
              <a:rPr lang="en-US" sz="1700" b="1" dirty="0"/>
              <a:t>transformative solution</a:t>
            </a:r>
            <a:r>
              <a:rPr lang="en-US" sz="1700" dirty="0"/>
              <a:t> for noisy AM speech, restoring intelligibility and enabling accurate ASR transcription across degraded channels.</a:t>
            </a:r>
          </a:p>
          <a:p>
            <a:r>
              <a:rPr lang="en-US" sz="1700" b="1" dirty="0"/>
              <a:t>Future Work:</a:t>
            </a:r>
            <a:endParaRPr lang="en-US" sz="1700" dirty="0"/>
          </a:p>
          <a:p>
            <a:pPr lvl="1"/>
            <a:r>
              <a:rPr lang="en-US" sz="1700" dirty="0"/>
              <a:t>Validate with </a:t>
            </a:r>
            <a:r>
              <a:rPr lang="en-US" sz="1700" b="1" dirty="0"/>
              <a:t>real-world AM recordings</a:t>
            </a:r>
            <a:r>
              <a:rPr lang="en-US" sz="1700" dirty="0"/>
              <a:t>.</a:t>
            </a:r>
          </a:p>
          <a:p>
            <a:pPr lvl="1"/>
            <a:r>
              <a:rPr lang="en-US" sz="1700" dirty="0"/>
              <a:t>Test broader </a:t>
            </a:r>
            <a:r>
              <a:rPr lang="en-US" sz="1700" b="1" dirty="0"/>
              <a:t>languages, speakers, and noise types</a:t>
            </a:r>
            <a:r>
              <a:rPr lang="en-US" sz="1700" dirty="0"/>
              <a:t>.</a:t>
            </a:r>
          </a:p>
          <a:p>
            <a:pPr lvl="1"/>
            <a:r>
              <a:rPr lang="en-US" sz="1700" dirty="0"/>
              <a:t>Include </a:t>
            </a:r>
            <a:r>
              <a:rPr lang="en-US" sz="1700" b="1" dirty="0"/>
              <a:t>subjective quality tests</a:t>
            </a:r>
            <a:r>
              <a:rPr lang="en-US" sz="1700" dirty="0"/>
              <a:t> (MOS, listening panels).</a:t>
            </a:r>
          </a:p>
          <a:p>
            <a:pPr lvl="1"/>
            <a:r>
              <a:rPr lang="en-US" sz="1700" dirty="0"/>
              <a:t>Optimize AI for </a:t>
            </a:r>
            <a:r>
              <a:rPr lang="en-US" sz="1700" b="1" dirty="0"/>
              <a:t>real-time deployment on embedded systems</a:t>
            </a:r>
            <a:r>
              <a:rPr lang="en-US" sz="1700" dirty="0"/>
              <a:t>.</a:t>
            </a:r>
          </a:p>
          <a:p>
            <a:endParaRPr lang="en-IN" sz="17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F96EE13-2C4D-4262-812E-DDE5FC35F0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841054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19B678-E728-04C6-03FA-0871E42AE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72260" y="6356350"/>
            <a:ext cx="1381539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B56AF90-B95C-4DB2-AF06-DC4766EB1EB1}" type="slidenum">
              <a:rPr lang="en-IN"/>
              <a:pPr>
                <a:spcAft>
                  <a:spcPts val="600"/>
                </a:spcAft>
              </a:pPr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7635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717</TotalTime>
  <Words>728</Words>
  <Application>Microsoft Office PowerPoint</Application>
  <PresentationFormat>Widescreen</PresentationFormat>
  <Paragraphs>94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Agency FB</vt:lpstr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PROBLEM &amp; OBJECTIVES </vt:lpstr>
      <vt:lpstr>THE THREE PILLARS</vt:lpstr>
      <vt:lpstr>METHODOLOGY OVERVIEW</vt:lpstr>
      <vt:lpstr>SIGNAL PROCESSING WORKFLOW</vt:lpstr>
      <vt:lpstr>IMPLEMENTATION SETUP </vt:lpstr>
      <vt:lpstr>AI MODELS USED </vt:lpstr>
      <vt:lpstr>SIMULATION CODE SNIPPET </vt:lpstr>
      <vt:lpstr>SPECTROGRAM EVIDENCE (NOISY)</vt:lpstr>
      <vt:lpstr>SPECTROGRAM EVIDENCE (ENHANCED) </vt:lpstr>
      <vt:lpstr>IMPLICATIONS &amp; LIMITATIONS </vt:lpstr>
      <vt:lpstr>CONCLUSION &amp; FUTURE WORK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Nirmal A R</dc:creator>
  <cp:lastModifiedBy>Nirmal A R</cp:lastModifiedBy>
  <cp:revision>5</cp:revision>
  <dcterms:created xsi:type="dcterms:W3CDTF">2025-09-15T17:57:26Z</dcterms:created>
  <dcterms:modified xsi:type="dcterms:W3CDTF">2026-04-17T11:39:06Z</dcterms:modified>
</cp:coreProperties>
</file>